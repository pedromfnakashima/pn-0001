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0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  <p:sldId id="511" r:id="rId258"/>
    <p:sldId id="512" r:id="rId259"/>
    <p:sldId id="513" r:id="rId260"/>
    <p:sldId id="514" r:id="rId261"/>
    <p:sldId id="515" r:id="rId262"/>
    <p:sldId id="516" r:id="rId263"/>
    <p:sldId id="517" r:id="rId264"/>
    <p:sldId id="518" r:id="rId265"/>
    <p:sldId id="519" r:id="rId266"/>
    <p:sldId id="520" r:id="rId267"/>
    <p:sldId id="521" r:id="rId268"/>
    <p:sldId id="522" r:id="rId269"/>
    <p:sldId id="523" r:id="rId270"/>
    <p:sldId id="524" r:id="rId271"/>
    <p:sldId id="525" r:id="rId272"/>
    <p:sldId id="526" r:id="rId273"/>
    <p:sldId id="527" r:id="rId274"/>
    <p:sldId id="528" r:id="rId275"/>
    <p:sldId id="529" r:id="rId276"/>
    <p:sldId id="530" r:id="rId277"/>
    <p:sldId id="531" r:id="rId278"/>
    <p:sldId id="532" r:id="rId279"/>
    <p:sldId id="533" r:id="rId280"/>
    <p:sldId id="534" r:id="rId281"/>
    <p:sldId id="535" r:id="rId282"/>
    <p:sldId id="536" r:id="rId283"/>
    <p:sldId id="537" r:id="rId284"/>
    <p:sldId id="538" r:id="rId285"/>
    <p:sldId id="539" r:id="rId286"/>
    <p:sldId id="540" r:id="rId287"/>
    <p:sldId id="541" r:id="rId288"/>
    <p:sldId id="542" r:id="rId289"/>
    <p:sldId id="543" r:id="rId290"/>
    <p:sldId id="544" r:id="rId291"/>
    <p:sldId id="545" r:id="rId292"/>
    <p:sldId id="546" r:id="rId293"/>
    <p:sldId id="547" r:id="rId294"/>
    <p:sldId id="548" r:id="rId295"/>
    <p:sldId id="549" r:id="rId296"/>
    <p:sldId id="550" r:id="rId297"/>
    <p:sldId id="551" r:id="rId298"/>
    <p:sldId id="552" r:id="rId299"/>
    <p:sldId id="553" r:id="rId300"/>
    <p:sldId id="554" r:id="rId301"/>
    <p:sldId id="555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568" r:id="rId315"/>
    <p:sldId id="569" r:id="rId316"/>
    <p:sldId id="570" r:id="rId317"/>
    <p:sldId id="571" r:id="rId318"/>
    <p:sldId id="572" r:id="rId319"/>
    <p:sldId id="573" r:id="rId320"/>
    <p:sldId id="574" r:id="rId321"/>
    <p:sldId id="575" r:id="rId322"/>
    <p:sldId id="576" r:id="rId323"/>
    <p:sldId id="577" r:id="rId324"/>
    <p:sldId id="578" r:id="rId325"/>
    <p:sldId id="579" r:id="rId326"/>
    <p:sldId id="580" r:id="rId327"/>
    <p:sldId id="581" r:id="rId328"/>
    <p:sldId id="582" r:id="rId329"/>
    <p:sldId id="583" r:id="rId330"/>
    <p:sldId id="584" r:id="rId331"/>
    <p:sldId id="585" r:id="rId332"/>
    <p:sldId id="586" r:id="rId333"/>
    <p:sldId id="587" r:id="rId334"/>
    <p:sldId id="588" r:id="rId335"/>
    <p:sldId id="589" r:id="rId336"/>
    <p:sldId id="590" r:id="rId337"/>
    <p:sldId id="591" r:id="rId338"/>
    <p:sldId id="592" r:id="rId339"/>
    <p:sldId id="593" r:id="rId340"/>
    <p:sldId id="594" r:id="rId341"/>
    <p:sldId id="595" r:id="rId342"/>
    <p:sldId id="596" r:id="rId343"/>
    <p:sldId id="597" r:id="rId344"/>
    <p:sldId id="598" r:id="rId345"/>
    <p:sldId id="599" r:id="rId346"/>
    <p:sldId id="600" r:id="rId347"/>
    <p:sldId id="601" r:id="rId348"/>
    <p:sldId id="602" r:id="rId349"/>
    <p:sldId id="603" r:id="rId350"/>
    <p:sldId id="604" r:id="rId351"/>
    <p:sldId id="605" r:id="rId352"/>
    <p:sldId id="606" r:id="rId353"/>
    <p:sldId id="607" r:id="rId354"/>
    <p:sldId id="608" r:id="rId355"/>
    <p:sldId id="609" r:id="rId356"/>
    <p:sldId id="610" r:id="rId357"/>
    <p:sldId id="611" r:id="rId358"/>
    <p:sldId id="612" r:id="rId359"/>
    <p:sldId id="613" r:id="rId360"/>
    <p:sldId id="614" r:id="rId361"/>
    <p:sldId id="615" r:id="rId362"/>
    <p:sldId id="616" r:id="rId363"/>
    <p:sldId id="617" r:id="rId364"/>
    <p:sldId id="618" r:id="rId365"/>
    <p:sldId id="619" r:id="rId366"/>
    <p:sldId id="620" r:id="rId367"/>
    <p:sldId id="621" r:id="rId368"/>
    <p:sldId id="622" r:id="rId369"/>
    <p:sldId id="623" r:id="rId370"/>
    <p:sldId id="624" r:id="rId371"/>
    <p:sldId id="625" r:id="rId372"/>
    <p:sldId id="626" r:id="rId373"/>
    <p:sldId id="627" r:id="rId374"/>
    <p:sldId id="628" r:id="rId375"/>
    <p:sldId id="629" r:id="rId376"/>
    <p:sldId id="630" r:id="rId377"/>
    <p:sldId id="631" r:id="rId378"/>
    <p:sldId id="632" r:id="rId379"/>
    <p:sldId id="633" r:id="rId380"/>
    <p:sldId id="634" r:id="rId381"/>
    <p:sldId id="635" r:id="rId382"/>
    <p:sldId id="636" r:id="rId383"/>
    <p:sldId id="637" r:id="rId384"/>
    <p:sldId id="638" r:id="rId385"/>
    <p:sldId id="639" r:id="rId386"/>
    <p:sldId id="640" r:id="rId387"/>
    <p:sldId id="641" r:id="rId388"/>
    <p:sldId id="642" r:id="rId389"/>
    <p:sldId id="643" r:id="rId390"/>
    <p:sldId id="644" r:id="rId391"/>
    <p:sldId id="645" r:id="rId392"/>
    <p:sldId id="646" r:id="rId393"/>
    <p:sldId id="647" r:id="rId394"/>
    <p:sldId id="648" r:id="rId395"/>
    <p:sldId id="649" r:id="rId396"/>
    <p:sldId id="650" r:id="rId397"/>
    <p:sldId id="651" r:id="rId398"/>
    <p:sldId id="652" r:id="rId399"/>
    <p:sldId id="653" r:id="rId400"/>
    <p:sldId id="654" r:id="rId401"/>
    <p:sldId id="655" r:id="rId402"/>
    <p:sldId id="656" r:id="rId403"/>
    <p:sldId id="657" r:id="rId404"/>
    <p:sldId id="658" r:id="rId405"/>
    <p:sldId id="659" r:id="rId406"/>
    <p:sldId id="660" r:id="rId407"/>
    <p:sldId id="661" r:id="rId408"/>
    <p:sldId id="662" r:id="rId409"/>
    <p:sldId id="663" r:id="rId410"/>
    <p:sldId id="664" r:id="rId411"/>
    <p:sldId id="665" r:id="rId412"/>
    <p:sldId id="666" r:id="rId413"/>
    <p:sldId id="667" r:id="rId414"/>
    <p:sldId id="668" r:id="rId415"/>
    <p:sldId id="669" r:id="rId416"/>
    <p:sldId id="670" r:id="rId417"/>
    <p:sldId id="671" r:id="rId418"/>
    <p:sldId id="672" r:id="rId419"/>
    <p:sldId id="673" r:id="rId420"/>
    <p:sldId id="674" r:id="rId421"/>
    <p:sldId id="675" r:id="rId422"/>
    <p:sldId id="676" r:id="rId423"/>
    <p:sldId id="677" r:id="rId424"/>
    <p:sldId id="678" r:id="rId425"/>
    <p:sldId id="679" r:id="rId426"/>
    <p:sldId id="680" r:id="rId427"/>
    <p:sldId id="681" r:id="rId428"/>
    <p:sldId id="682" r:id="rId429"/>
    <p:sldId id="683" r:id="rId430"/>
    <p:sldId id="684" r:id="rId431"/>
    <p:sldId id="685" r:id="rId432"/>
    <p:sldId id="686" r:id="rId433"/>
    <p:sldId id="687" r:id="rId434"/>
    <p:sldId id="688" r:id="rId435"/>
    <p:sldId id="689" r:id="rId436"/>
    <p:sldId id="690" r:id="rId437"/>
    <p:sldId id="691" r:id="rId438"/>
    <p:sldId id="692" r:id="rId439"/>
    <p:sldId id="693" r:id="rId440"/>
    <p:sldId id="694" r:id="rId441"/>
    <p:sldId id="695" r:id="rId442"/>
    <p:sldId id="696" r:id="rId443"/>
    <p:sldId id="697" r:id="rId444"/>
    <p:sldId id="698" r:id="rId445"/>
    <p:sldId id="699" r:id="rId446"/>
    <p:sldId id="700" r:id="rId447"/>
    <p:sldId id="701" r:id="rId448"/>
    <p:sldId id="702" r:id="rId449"/>
    <p:sldId id="703" r:id="rId450"/>
    <p:sldId id="704" r:id="rId451"/>
    <p:sldId id="705" r:id="rId452"/>
    <p:sldId id="706" r:id="rId453"/>
    <p:sldId id="707" r:id="rId454"/>
    <p:sldId id="708" r:id="rId455"/>
    <p:sldId id="709" r:id="rId456"/>
    <p:sldId id="710" r:id="rId457"/>
    <p:sldId id="711" r:id="rId458"/>
    <p:sldId id="712" r:id="rId459"/>
    <p:sldId id="713" r:id="rId460"/>
    <p:sldId id="714" r:id="rId461"/>
    <p:sldId id="715" r:id="rId462"/>
    <p:sldId id="716" r:id="rId463"/>
    <p:sldId id="717" r:id="rId464"/>
    <p:sldId id="718" r:id="rId465"/>
    <p:sldId id="719" r:id="rId466"/>
    <p:sldId id="720" r:id="rId467"/>
    <p:sldId id="721" r:id="rId468"/>
    <p:sldId id="722" r:id="rId469"/>
    <p:sldId id="723" r:id="rId470"/>
    <p:sldId id="724" r:id="rId471"/>
    <p:sldId id="725" r:id="rId472"/>
    <p:sldId id="726" r:id="rId473"/>
    <p:sldId id="727" r:id="rId474"/>
    <p:sldId id="728" r:id="rId475"/>
    <p:sldId id="729" r:id="rId476"/>
    <p:sldId id="730" r:id="rId477"/>
    <p:sldId id="731" r:id="rId478"/>
    <p:sldId id="732" r:id="rId479"/>
    <p:sldId id="733" r:id="rId480"/>
    <p:sldId id="734" r:id="rId481"/>
    <p:sldId id="735" r:id="rId482"/>
    <p:sldId id="736" r:id="rId483"/>
    <p:sldId id="737" r:id="rId484"/>
    <p:sldId id="738" r:id="rId485"/>
    <p:sldId id="739" r:id="rId486"/>
    <p:sldId id="740" r:id="rId487"/>
    <p:sldId id="741" r:id="rId488"/>
    <p:sldId id="742" r:id="rId489"/>
    <p:sldId id="743" r:id="rId490"/>
    <p:sldId id="744" r:id="rId491"/>
    <p:sldId id="745" r:id="rId492"/>
    <p:sldId id="746" r:id="rId493"/>
    <p:sldId id="747" r:id="rId494"/>
    <p:sldId id="748" r:id="rId495"/>
    <p:sldId id="749" r:id="rId496"/>
    <p:sldId id="750" r:id="rId497"/>
    <p:sldId id="751" r:id="rId498"/>
    <p:sldId id="752" r:id="rId499"/>
    <p:sldId id="753" r:id="rId500"/>
    <p:sldId id="754" r:id="rId501"/>
    <p:sldId id="755" r:id="rId502"/>
    <p:sldId id="756" r:id="rId503"/>
    <p:sldId id="757" r:id="rId504"/>
    <p:sldId id="758" r:id="rId505"/>
    <p:sldId id="759" r:id="rId506"/>
    <p:sldId id="760" r:id="rId507"/>
    <p:sldId id="761" r:id="rId508"/>
    <p:sldId id="762" r:id="rId509"/>
    <p:sldId id="763" r:id="rId510"/>
    <p:sldId id="764" r:id="rId511"/>
    <p:sldId id="765" r:id="rId512"/>
    <p:sldId id="766" r:id="rId513"/>
    <p:sldId id="767" r:id="rId514"/>
    <p:sldId id="768" r:id="rId515"/>
    <p:sldId id="769" r:id="rId516"/>
    <p:sldId id="770" r:id="rId517"/>
    <p:sldId id="771" r:id="rId518"/>
    <p:sldId id="772" r:id="rId519"/>
    <p:sldId id="773" r:id="rId520"/>
    <p:sldId id="774" r:id="rId521"/>
    <p:sldId id="775" r:id="rId522"/>
    <p:sldId id="776" r:id="rId523"/>
    <p:sldId id="777" r:id="rId524"/>
    <p:sldId id="778" r:id="rId525"/>
    <p:sldId id="779" r:id="rId526"/>
    <p:sldId id="780" r:id="rId527"/>
    <p:sldId id="781" r:id="rId528"/>
    <p:sldId id="782" r:id="rId529"/>
    <p:sldId id="783" r:id="rId530"/>
    <p:sldId id="784" r:id="rId531"/>
    <p:sldId id="785" r:id="rId532"/>
    <p:sldId id="786" r:id="rId533"/>
    <p:sldId id="787" r:id="rId534"/>
    <p:sldId id="788" r:id="rId535"/>
    <p:sldId id="789" r:id="rId536"/>
    <p:sldId id="790" r:id="rId537"/>
    <p:sldId id="791" r:id="rId538"/>
    <p:sldId id="792" r:id="rId539"/>
    <p:sldId id="793" r:id="rId540"/>
    <p:sldId id="794" r:id="rId541"/>
    <p:sldId id="795" r:id="rId542"/>
    <p:sldId id="796" r:id="rId543"/>
    <p:sldId id="797" r:id="rId544"/>
    <p:sldId id="798" r:id="rId545"/>
    <p:sldId id="799" r:id="rId546"/>
    <p:sldId id="800" r:id="rId547"/>
    <p:sldId id="801" r:id="rId548"/>
    <p:sldId id="802" r:id="rId549"/>
    <p:sldId id="803" r:id="rId550"/>
    <p:sldId id="804" r:id="rId551"/>
    <p:sldId id="805" r:id="rId552"/>
    <p:sldId id="806" r:id="rId553"/>
    <p:sldId id="807" r:id="rId554"/>
    <p:sldId id="808" r:id="rId555"/>
    <p:sldId id="809" r:id="rId556"/>
    <p:sldId id="810" r:id="rId557"/>
    <p:sldId id="811" r:id="rId558"/>
    <p:sldId id="812" r:id="rId559"/>
    <p:sldId id="813" r:id="rId560"/>
    <p:sldId id="814" r:id="rId561"/>
    <p:sldId id="815" r:id="rId562"/>
    <p:sldId id="816" r:id="rId563"/>
    <p:sldId id="817" r:id="rId564"/>
    <p:sldId id="818" r:id="rId565"/>
    <p:sldId id="819" r:id="rId566"/>
    <p:sldId id="820" r:id="rId567"/>
    <p:sldId id="821" r:id="rId568"/>
    <p:sldId id="822" r:id="rId569"/>
    <p:sldId id="823" r:id="rId570"/>
    <p:sldId id="824" r:id="rId571"/>
    <p:sldId id="825" r:id="rId572"/>
    <p:sldId id="826" r:id="rId573"/>
    <p:sldId id="827" r:id="rId574"/>
    <p:sldId id="828" r:id="rId575"/>
    <p:sldId id="829" r:id="rId576"/>
    <p:sldId id="830" r:id="rId577"/>
    <p:sldId id="831" r:id="rId578"/>
    <p:sldId id="832" r:id="rId579"/>
    <p:sldId id="833" r:id="rId580"/>
    <p:sldId id="834" r:id="rId581"/>
    <p:sldId id="835" r:id="rId582"/>
    <p:sldId id="836" r:id="rId583"/>
    <p:sldId id="837" r:id="rId584"/>
    <p:sldId id="838" r:id="rId585"/>
    <p:sldId id="839" r:id="rId586"/>
    <p:sldId id="840" r:id="rId587"/>
    <p:sldId id="841" r:id="rId588"/>
    <p:sldId id="842" r:id="rId589"/>
    <p:sldId id="843" r:id="rId590"/>
    <p:sldId id="844" r:id="rId591"/>
    <p:sldId id="845" r:id="rId592"/>
    <p:sldId id="846" r:id="rId593"/>
    <p:sldId id="847" r:id="rId594"/>
    <p:sldId id="848" r:id="rId595"/>
    <p:sldId id="849" r:id="rId596"/>
    <p:sldId id="850" r:id="rId597"/>
    <p:sldId id="851" r:id="rId598"/>
    <p:sldId id="852" r:id="rId599"/>
    <p:sldId id="853" r:id="rId600"/>
    <p:sldId id="854" r:id="rId601"/>
    <p:sldId id="855" r:id="rId602"/>
    <p:sldId id="856" r:id="rId603"/>
    <p:sldId id="857" r:id="rId604"/>
    <p:sldId id="858" r:id="rId605"/>
    <p:sldId id="859" r:id="rId606"/>
    <p:sldId id="860" r:id="rId607"/>
    <p:sldId id="861" r:id="rId608"/>
    <p:sldId id="862" r:id="rId609"/>
    <p:sldId id="863" r:id="rId610"/>
    <p:sldId id="864" r:id="rId611"/>
    <p:sldId id="865" r:id="rId612"/>
    <p:sldId id="866" r:id="rId613"/>
    <p:sldId id="867" r:id="rId614"/>
    <p:sldId id="868" r:id="rId615"/>
    <p:sldId id="869" r:id="rId616"/>
    <p:sldId id="870" r:id="rId617"/>
    <p:sldId id="871" r:id="rId618"/>
    <p:sldId id="872" r:id="rId619"/>
    <p:sldId id="873" r:id="rId620"/>
    <p:sldId id="874" r:id="rId621"/>
    <p:sldId id="875" r:id="rId622"/>
    <p:sldId id="876" r:id="rId623"/>
    <p:sldId id="877" r:id="rId624"/>
    <p:sldId id="878" r:id="rId625"/>
    <p:sldId id="879" r:id="rId626"/>
    <p:sldId id="880" r:id="rId627"/>
    <p:sldId id="881" r:id="rId628"/>
    <p:sldId id="882" r:id="rId629"/>
    <p:sldId id="883" r:id="rId630"/>
    <p:sldId id="884" r:id="rId631"/>
    <p:sldId id="885" r:id="rId632"/>
    <p:sldId id="886" r:id="rId633"/>
    <p:sldId id="887" r:id="rId634"/>
    <p:sldId id="888" r:id="rId635"/>
    <p:sldId id="889" r:id="rId636"/>
    <p:sldId id="890" r:id="rId637"/>
    <p:sldId id="891" r:id="rId638"/>
    <p:sldId id="892" r:id="rId639"/>
    <p:sldId id="893" r:id="rId640"/>
    <p:sldId id="894" r:id="rId641"/>
    <p:sldId id="895" r:id="rId642"/>
    <p:sldId id="896" r:id="rId643"/>
    <p:sldId id="897" r:id="rId644"/>
    <p:sldId id="898" r:id="rId645"/>
    <p:sldId id="899" r:id="rId646"/>
    <p:sldId id="900" r:id="rId647"/>
    <p:sldId id="901" r:id="rId648"/>
    <p:sldId id="902" r:id="rId649"/>
    <p:sldId id="903" r:id="rId650"/>
    <p:sldId id="904" r:id="rId651"/>
    <p:sldId id="905" r:id="rId652"/>
    <p:sldId id="906" r:id="rId653"/>
    <p:sldId id="907" r:id="rId654"/>
    <p:sldId id="908" r:id="rId655"/>
    <p:sldId id="909" r:id="rId656"/>
    <p:sldId id="910" r:id="rId657"/>
    <p:sldId id="911" r:id="rId658"/>
    <p:sldId id="912" r:id="rId659"/>
    <p:sldId id="913" r:id="rId660"/>
    <p:sldId id="914" r:id="rId661"/>
    <p:sldId id="915" r:id="rId662"/>
    <p:sldId id="916" r:id="rId663"/>
    <p:sldId id="917" r:id="rId664"/>
    <p:sldId id="918" r:id="rId665"/>
    <p:sldId id="919" r:id="rId666"/>
    <p:sldId id="920" r:id="rId667"/>
    <p:sldId id="921" r:id="rId668"/>
    <p:sldId id="922" r:id="rId669"/>
    <p:sldId id="923" r:id="rId670"/>
    <p:sldId id="924" r:id="rId671"/>
    <p:sldId id="925" r:id="rId672"/>
    <p:sldId id="926" r:id="rId673"/>
    <p:sldId id="927" r:id="rId674"/>
    <p:sldId id="928" r:id="rId675"/>
    <p:sldId id="929" r:id="rId676"/>
    <p:sldId id="930" r:id="rId677"/>
    <p:sldId id="931" r:id="rId678"/>
    <p:sldId id="932" r:id="rId679"/>
    <p:sldId id="933" r:id="rId680"/>
    <p:sldId id="934" r:id="rId681"/>
    <p:sldId id="935" r:id="rId682"/>
    <p:sldId id="936" r:id="rId683"/>
    <p:sldId id="937" r:id="rId684"/>
    <p:sldId id="938" r:id="rId685"/>
    <p:sldId id="939" r:id="rId686"/>
    <p:sldId id="940" r:id="rId687"/>
    <p:sldId id="941" r:id="rId688"/>
    <p:sldId id="942" r:id="rId689"/>
    <p:sldId id="943" r:id="rId690"/>
    <p:sldId id="944" r:id="rId691"/>
    <p:sldId id="945" r:id="rId692"/>
    <p:sldId id="946" r:id="rId693"/>
    <p:sldId id="947" r:id="rId694"/>
    <p:sldId id="948" r:id="rId695"/>
    <p:sldId id="949" r:id="rId696"/>
    <p:sldId id="950" r:id="rId697"/>
    <p:sldId id="951" r:id="rId698"/>
    <p:sldId id="952" r:id="rId699"/>
    <p:sldId id="953" r:id="rId700"/>
    <p:sldId id="954" r:id="rId701"/>
    <p:sldId id="955" r:id="rId702"/>
    <p:sldId id="956" r:id="rId703"/>
    <p:sldId id="957" r:id="rId704"/>
    <p:sldId id="958" r:id="rId705"/>
    <p:sldId id="959" r:id="rId706"/>
    <p:sldId id="960" r:id="rId707"/>
    <p:sldId id="961" r:id="rId708"/>
    <p:sldId id="962" r:id="rId709"/>
    <p:sldId id="963" r:id="rId710"/>
    <p:sldId id="964" r:id="rId711"/>
    <p:sldId id="965" r:id="rId712"/>
    <p:sldId id="966" r:id="rId713"/>
    <p:sldId id="967" r:id="rId714"/>
    <p:sldId id="968" r:id="rId715"/>
    <p:sldId id="969" r:id="rId716"/>
    <p:sldId id="970" r:id="rId717"/>
    <p:sldId id="971" r:id="rId718"/>
    <p:sldId id="972" r:id="rId719"/>
    <p:sldId id="973" r:id="rId720"/>
    <p:sldId id="974" r:id="rId721"/>
    <p:sldId id="975" r:id="rId722"/>
    <p:sldId id="976" r:id="rId723"/>
    <p:sldId id="977" r:id="rId724"/>
    <p:sldId id="978" r:id="rId725"/>
    <p:sldId id="979" r:id="rId726"/>
    <p:sldId id="980" r:id="rId727"/>
    <p:sldId id="981" r:id="rId728"/>
    <p:sldId id="982" r:id="rId729"/>
    <p:sldId id="983" r:id="rId730"/>
    <p:sldId id="984" r:id="rId731"/>
    <p:sldId id="985" r:id="rId732"/>
    <p:sldId id="986" r:id="rId733"/>
    <p:sldId id="987" r:id="rId734"/>
    <p:sldId id="988" r:id="rId735"/>
    <p:sldId id="989" r:id="rId736"/>
    <p:sldId id="990" r:id="rId737"/>
    <p:sldId id="991" r:id="rId738"/>
    <p:sldId id="992" r:id="rId739"/>
    <p:sldId id="993" r:id="rId740"/>
    <p:sldId id="994" r:id="rId741"/>
    <p:sldId id="995" r:id="rId742"/>
    <p:sldId id="996" r:id="rId743"/>
    <p:sldId id="997" r:id="rId744"/>
    <p:sldId id="998" r:id="rId745"/>
    <p:sldId id="999" r:id="rId746"/>
    <p:sldId id="1000" r:id="rId747"/>
    <p:sldId id="1001" r:id="rId748"/>
    <p:sldId id="1002" r:id="rId749"/>
    <p:sldId id="1003" r:id="rId750"/>
    <p:sldId id="1004" r:id="rId751"/>
    <p:sldId id="1005" r:id="rId752"/>
    <p:sldId id="1006" r:id="rId753"/>
    <p:sldId id="1007" r:id="rId754"/>
    <p:sldId id="1008" r:id="rId755"/>
    <p:sldId id="1009" r:id="rId756"/>
    <p:sldId id="1010" r:id="rId757"/>
    <p:sldId id="1011" r:id="rId758"/>
    <p:sldId id="1012" r:id="rId759"/>
    <p:sldId id="1013" r:id="rId760"/>
    <p:sldId id="1014" r:id="rId761"/>
    <p:sldId id="1015" r:id="rId762"/>
    <p:sldId id="1016" r:id="rId763"/>
    <p:sldId id="1017" r:id="rId764"/>
    <p:sldId id="1018" r:id="rId765"/>
    <p:sldId id="1019" r:id="rId766"/>
    <p:sldId id="1020" r:id="rId767"/>
    <p:sldId id="1021" r:id="rId768"/>
    <p:sldId id="1022" r:id="rId769"/>
    <p:sldId id="1023" r:id="rId770"/>
    <p:sldId id="1024" r:id="rId771"/>
    <p:sldId id="1025" r:id="rId772"/>
    <p:sldId id="1026" r:id="rId773"/>
    <p:sldId id="1027" r:id="rId774"/>
    <p:sldId id="1028" r:id="rId775"/>
    <p:sldId id="1029" r:id="rId776"/>
    <p:sldId id="1030" r:id="rId777"/>
    <p:sldId id="1031" r:id="rId778"/>
    <p:sldId id="1032" r:id="rId779"/>
    <p:sldId id="1033" r:id="rId780"/>
    <p:sldId id="1034" r:id="rId781"/>
    <p:sldId id="1035" r:id="rId782"/>
    <p:sldId id="1036" r:id="rId783"/>
    <p:sldId id="1037" r:id="rId784"/>
    <p:sldId id="1038" r:id="rId785"/>
    <p:sldId id="1039" r:id="rId786"/>
    <p:sldId id="1040" r:id="rId787"/>
    <p:sldId id="1041" r:id="rId788"/>
    <p:sldId id="1042" r:id="rId789"/>
    <p:sldId id="1043" r:id="rId790"/>
    <p:sldId id="1044" r:id="rId791"/>
    <p:sldId id="1045" r:id="rId792"/>
    <p:sldId id="1046" r:id="rId793"/>
    <p:sldId id="1047" r:id="rId794"/>
    <p:sldId id="1048" r:id="rId795"/>
    <p:sldId id="1049" r:id="rId796"/>
    <p:sldId id="1050" r:id="rId797"/>
    <p:sldId id="1051" r:id="rId798"/>
    <p:sldId id="1052" r:id="rId799"/>
    <p:sldId id="1053" r:id="rId800"/>
    <p:sldId id="1054" r:id="rId801"/>
    <p:sldId id="1055" r:id="rId802"/>
    <p:sldId id="1056" r:id="rId803"/>
    <p:sldId id="1057" r:id="rId804"/>
    <p:sldId id="1058" r:id="rId805"/>
    <p:sldId id="1059" r:id="rId806"/>
    <p:sldId id="1060" r:id="rId807"/>
    <p:sldId id="1061" r:id="rId808"/>
    <p:sldId id="1062" r:id="rId809"/>
    <p:sldId id="1063" r:id="rId810"/>
    <p:sldId id="1064" r:id="rId811"/>
    <p:sldId id="1065" r:id="rId812"/>
    <p:sldId id="1066" r:id="rId813"/>
    <p:sldId id="1067" r:id="rId814"/>
    <p:sldId id="1068" r:id="rId815"/>
    <p:sldId id="1069" r:id="rId816"/>
    <p:sldId id="1070" r:id="rId817"/>
    <p:sldId id="1071" r:id="rId818"/>
    <p:sldId id="1072" r:id="rId819"/>
    <p:sldId id="1073" r:id="rId820"/>
    <p:sldId id="1074" r:id="rId821"/>
    <p:sldId id="1075" r:id="rId822"/>
    <p:sldId id="1076" r:id="rId823"/>
    <p:sldId id="1077" r:id="rId824"/>
    <p:sldId id="1078" r:id="rId825"/>
    <p:sldId id="1079" r:id="rId826"/>
    <p:sldId id="1080" r:id="rId827"/>
    <p:sldId id="1081" r:id="rId828"/>
    <p:sldId id="1082" r:id="rId829"/>
    <p:sldId id="1083" r:id="rId830"/>
    <p:sldId id="1084" r:id="rId831"/>
    <p:sldId id="1085" r:id="rId832"/>
    <p:sldId id="1086" r:id="rId833"/>
    <p:sldId id="1087" r:id="rId834"/>
    <p:sldId id="1088" r:id="rId835"/>
    <p:sldId id="1089" r:id="rId836"/>
    <p:sldId id="1090" r:id="rId837"/>
    <p:sldId id="1091" r:id="rId838"/>
    <p:sldId id="1092" r:id="rId839"/>
    <p:sldId id="1093" r:id="rId840"/>
    <p:sldId id="1094" r:id="rId841"/>
    <p:sldId id="1095" r:id="rId842"/>
    <p:sldId id="1096" r:id="rId843"/>
    <p:sldId id="1097" r:id="rId844"/>
    <p:sldId id="1098" r:id="rId845"/>
    <p:sldId id="1099" r:id="rId846"/>
    <p:sldId id="1100" r:id="rId847"/>
    <p:sldId id="1101" r:id="rId848"/>
    <p:sldId id="1102" r:id="rId849"/>
    <p:sldId id="1103" r:id="rId850"/>
    <p:sldId id="1104" r:id="rId851"/>
    <p:sldId id="1105" r:id="rId852"/>
    <p:sldId id="1106" r:id="rId853"/>
    <p:sldId id="1107" r:id="rId8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671" Type="http://schemas.openxmlformats.org/officeDocument/2006/relationships/slide" Target="slides/slide670.xml"/><Relationship Id="rId769" Type="http://schemas.openxmlformats.org/officeDocument/2006/relationships/slide" Target="slides/slide768.xml"/><Relationship Id="rId21" Type="http://schemas.openxmlformats.org/officeDocument/2006/relationships/slide" Target="slides/slide20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629" Type="http://schemas.openxmlformats.org/officeDocument/2006/relationships/slide" Target="slides/slide628.xml"/><Relationship Id="rId170" Type="http://schemas.openxmlformats.org/officeDocument/2006/relationships/slide" Target="slides/slide169.xml"/><Relationship Id="rId836" Type="http://schemas.openxmlformats.org/officeDocument/2006/relationships/slide" Target="slides/slide835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682" Type="http://schemas.openxmlformats.org/officeDocument/2006/relationships/slide" Target="slides/slide681.xml"/><Relationship Id="rId32" Type="http://schemas.openxmlformats.org/officeDocument/2006/relationships/slide" Target="slides/slide3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181" Type="http://schemas.openxmlformats.org/officeDocument/2006/relationships/slide" Target="slides/slide180.xml"/><Relationship Id="rId402" Type="http://schemas.openxmlformats.org/officeDocument/2006/relationships/slide" Target="slides/slide401.xml"/><Relationship Id="rId847" Type="http://schemas.openxmlformats.org/officeDocument/2006/relationships/slide" Target="slides/slide846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693" Type="http://schemas.openxmlformats.org/officeDocument/2006/relationships/slide" Target="slides/slide692.xml"/><Relationship Id="rId707" Type="http://schemas.openxmlformats.org/officeDocument/2006/relationships/slide" Target="slides/slide706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760" Type="http://schemas.openxmlformats.org/officeDocument/2006/relationships/slide" Target="slides/slide75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858" Type="http://schemas.openxmlformats.org/officeDocument/2006/relationships/tableStyles" Target="tableStyles.xml"/><Relationship Id="rId497" Type="http://schemas.openxmlformats.org/officeDocument/2006/relationships/slide" Target="slides/slide496.xml"/><Relationship Id="rId620" Type="http://schemas.openxmlformats.org/officeDocument/2006/relationships/slide" Target="slides/slide619.xml"/><Relationship Id="rId718" Type="http://schemas.openxmlformats.org/officeDocument/2006/relationships/slide" Target="slides/slide717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771" Type="http://schemas.openxmlformats.org/officeDocument/2006/relationships/slide" Target="slides/slide770.xml"/><Relationship Id="rId424" Type="http://schemas.openxmlformats.org/officeDocument/2006/relationships/slide" Target="slides/slide423.xml"/><Relationship Id="rId631" Type="http://schemas.openxmlformats.org/officeDocument/2006/relationships/slide" Target="slides/slide630.xml"/><Relationship Id="rId729" Type="http://schemas.openxmlformats.org/officeDocument/2006/relationships/slide" Target="slides/slide728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782" Type="http://schemas.openxmlformats.org/officeDocument/2006/relationships/slide" Target="slides/slide781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642" Type="http://schemas.openxmlformats.org/officeDocument/2006/relationships/slide" Target="slides/slide641.xml"/><Relationship Id="rId281" Type="http://schemas.openxmlformats.org/officeDocument/2006/relationships/slide" Target="slides/slide280.xml"/><Relationship Id="rId502" Type="http://schemas.openxmlformats.org/officeDocument/2006/relationships/slide" Target="slides/slide501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93" Type="http://schemas.openxmlformats.org/officeDocument/2006/relationships/slide" Target="slides/slide792.xml"/><Relationship Id="rId807" Type="http://schemas.openxmlformats.org/officeDocument/2006/relationships/slide" Target="slides/slide806.xml"/><Relationship Id="rId7" Type="http://schemas.openxmlformats.org/officeDocument/2006/relationships/slide" Target="slides/slide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653" Type="http://schemas.openxmlformats.org/officeDocument/2006/relationships/slide" Target="slides/slide652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87" Type="http://schemas.openxmlformats.org/officeDocument/2006/relationships/slide" Target="slides/slide86.xml"/><Relationship Id="rId513" Type="http://schemas.openxmlformats.org/officeDocument/2006/relationships/slide" Target="slides/slide512.xml"/><Relationship Id="rId597" Type="http://schemas.openxmlformats.org/officeDocument/2006/relationships/slide" Target="slides/slide596.xml"/><Relationship Id="rId720" Type="http://schemas.openxmlformats.org/officeDocument/2006/relationships/slide" Target="slides/slide719.xml"/><Relationship Id="rId818" Type="http://schemas.openxmlformats.org/officeDocument/2006/relationships/slide" Target="slides/slide817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664" Type="http://schemas.openxmlformats.org/officeDocument/2006/relationships/slide" Target="slides/slide663.xml"/><Relationship Id="rId14" Type="http://schemas.openxmlformats.org/officeDocument/2006/relationships/slide" Target="slides/slide13.xml"/><Relationship Id="rId317" Type="http://schemas.openxmlformats.org/officeDocument/2006/relationships/slide" Target="slides/slide316.xml"/><Relationship Id="rId524" Type="http://schemas.openxmlformats.org/officeDocument/2006/relationships/slide" Target="slides/slide523.xml"/><Relationship Id="rId731" Type="http://schemas.openxmlformats.org/officeDocument/2006/relationships/slide" Target="slides/slide730.xml"/><Relationship Id="rId98" Type="http://schemas.openxmlformats.org/officeDocument/2006/relationships/slide" Target="slides/slide97.xml"/><Relationship Id="rId163" Type="http://schemas.openxmlformats.org/officeDocument/2006/relationships/slide" Target="slides/slide162.xml"/><Relationship Id="rId370" Type="http://schemas.openxmlformats.org/officeDocument/2006/relationships/slide" Target="slides/slide369.xml"/><Relationship Id="rId829" Type="http://schemas.openxmlformats.org/officeDocument/2006/relationships/slide" Target="slides/slide828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675" Type="http://schemas.openxmlformats.org/officeDocument/2006/relationships/slide" Target="slides/slide674.xml"/><Relationship Id="rId25" Type="http://schemas.openxmlformats.org/officeDocument/2006/relationships/slide" Target="slides/slide24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742" Type="http://schemas.openxmlformats.org/officeDocument/2006/relationships/slide" Target="slides/slide74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602" Type="http://schemas.openxmlformats.org/officeDocument/2006/relationships/slide" Target="slides/slide601.xml"/><Relationship Id="rId241" Type="http://schemas.openxmlformats.org/officeDocument/2006/relationships/slide" Target="slides/slide240.xml"/><Relationship Id="rId479" Type="http://schemas.openxmlformats.org/officeDocument/2006/relationships/slide" Target="slides/slide478.xml"/><Relationship Id="rId686" Type="http://schemas.openxmlformats.org/officeDocument/2006/relationships/slide" Target="slides/slide685.xml"/><Relationship Id="rId36" Type="http://schemas.openxmlformats.org/officeDocument/2006/relationships/slide" Target="slides/slide35.xml"/><Relationship Id="rId339" Type="http://schemas.openxmlformats.org/officeDocument/2006/relationships/slide" Target="slides/slide338.xml"/><Relationship Id="rId546" Type="http://schemas.openxmlformats.org/officeDocument/2006/relationships/slide" Target="slides/slide545.xml"/><Relationship Id="rId753" Type="http://schemas.openxmlformats.org/officeDocument/2006/relationships/slide" Target="slides/slide752.xml"/><Relationship Id="rId101" Type="http://schemas.openxmlformats.org/officeDocument/2006/relationships/slide" Target="slides/slide100.xml"/><Relationship Id="rId185" Type="http://schemas.openxmlformats.org/officeDocument/2006/relationships/slide" Target="slides/slide184.xml"/><Relationship Id="rId406" Type="http://schemas.openxmlformats.org/officeDocument/2006/relationships/slide" Target="slides/slide405.xml"/><Relationship Id="rId392" Type="http://schemas.openxmlformats.org/officeDocument/2006/relationships/slide" Target="slides/slide391.xml"/><Relationship Id="rId613" Type="http://schemas.openxmlformats.org/officeDocument/2006/relationships/slide" Target="slides/slide612.xml"/><Relationship Id="rId697" Type="http://schemas.openxmlformats.org/officeDocument/2006/relationships/slide" Target="slides/slide696.xml"/><Relationship Id="rId820" Type="http://schemas.openxmlformats.org/officeDocument/2006/relationships/slide" Target="slides/slide819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112" Type="http://schemas.openxmlformats.org/officeDocument/2006/relationships/slide" Target="slides/slide111.xml"/><Relationship Id="rId557" Type="http://schemas.openxmlformats.org/officeDocument/2006/relationships/slide" Target="slides/slide556.xml"/><Relationship Id="rId764" Type="http://schemas.openxmlformats.org/officeDocument/2006/relationships/slide" Target="slides/slide763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624" Type="http://schemas.openxmlformats.org/officeDocument/2006/relationships/slide" Target="slides/slide623.xml"/><Relationship Id="rId831" Type="http://schemas.openxmlformats.org/officeDocument/2006/relationships/slide" Target="slides/slide830.xml"/><Relationship Id="rId263" Type="http://schemas.openxmlformats.org/officeDocument/2006/relationships/slide" Target="slides/slide262.xml"/><Relationship Id="rId470" Type="http://schemas.openxmlformats.org/officeDocument/2006/relationships/slide" Target="slides/slide469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775" Type="http://schemas.openxmlformats.org/officeDocument/2006/relationships/slide" Target="slides/slide774.xml"/><Relationship Id="rId428" Type="http://schemas.openxmlformats.org/officeDocument/2006/relationships/slide" Target="slides/slide427.xml"/><Relationship Id="rId635" Type="http://schemas.openxmlformats.org/officeDocument/2006/relationships/slide" Target="slides/slide634.xml"/><Relationship Id="rId842" Type="http://schemas.openxmlformats.org/officeDocument/2006/relationships/slide" Target="slides/slide841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702" Type="http://schemas.openxmlformats.org/officeDocument/2006/relationships/slide" Target="slides/slide701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79" Type="http://schemas.openxmlformats.org/officeDocument/2006/relationships/slide" Target="slides/slide578.xml"/><Relationship Id="rId786" Type="http://schemas.openxmlformats.org/officeDocument/2006/relationships/slide" Target="slides/slide785.xml"/><Relationship Id="rId341" Type="http://schemas.openxmlformats.org/officeDocument/2006/relationships/slide" Target="slides/slide340.xml"/><Relationship Id="rId439" Type="http://schemas.openxmlformats.org/officeDocument/2006/relationships/slide" Target="slides/slide438.xml"/><Relationship Id="rId646" Type="http://schemas.openxmlformats.org/officeDocument/2006/relationships/slide" Target="slides/slide645.xml"/><Relationship Id="rId201" Type="http://schemas.openxmlformats.org/officeDocument/2006/relationships/slide" Target="slides/slide200.xml"/><Relationship Id="rId285" Type="http://schemas.openxmlformats.org/officeDocument/2006/relationships/slide" Target="slides/slide284.xml"/><Relationship Id="rId506" Type="http://schemas.openxmlformats.org/officeDocument/2006/relationships/slide" Target="slides/slide505.xml"/><Relationship Id="rId853" Type="http://schemas.openxmlformats.org/officeDocument/2006/relationships/slide" Target="slides/slide852.xml"/><Relationship Id="rId492" Type="http://schemas.openxmlformats.org/officeDocument/2006/relationships/slide" Target="slides/slide491.xml"/><Relationship Id="rId713" Type="http://schemas.openxmlformats.org/officeDocument/2006/relationships/slide" Target="slides/slide712.xml"/><Relationship Id="rId797" Type="http://schemas.openxmlformats.org/officeDocument/2006/relationships/slide" Target="slides/slide796.xml"/><Relationship Id="rId145" Type="http://schemas.openxmlformats.org/officeDocument/2006/relationships/slide" Target="slides/slide144.xml"/><Relationship Id="rId352" Type="http://schemas.openxmlformats.org/officeDocument/2006/relationships/slide" Target="slides/slide351.xml"/><Relationship Id="rId212" Type="http://schemas.openxmlformats.org/officeDocument/2006/relationships/slide" Target="slides/slide211.xml"/><Relationship Id="rId657" Type="http://schemas.openxmlformats.org/officeDocument/2006/relationships/slide" Target="slides/slide656.xml"/><Relationship Id="rId296" Type="http://schemas.openxmlformats.org/officeDocument/2006/relationships/slide" Target="slides/slide295.xml"/><Relationship Id="rId517" Type="http://schemas.openxmlformats.org/officeDocument/2006/relationships/slide" Target="slides/slide516.xml"/><Relationship Id="rId724" Type="http://schemas.openxmlformats.org/officeDocument/2006/relationships/slide" Target="slides/slide723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363" Type="http://schemas.openxmlformats.org/officeDocument/2006/relationships/slide" Target="slides/slide362.xml"/><Relationship Id="rId570" Type="http://schemas.openxmlformats.org/officeDocument/2006/relationships/slide" Target="slides/slide569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668" Type="http://schemas.openxmlformats.org/officeDocument/2006/relationships/slide" Target="slides/slide667.xml"/><Relationship Id="rId18" Type="http://schemas.openxmlformats.org/officeDocument/2006/relationships/slide" Target="slides/slide17.xml"/><Relationship Id="rId528" Type="http://schemas.openxmlformats.org/officeDocument/2006/relationships/slide" Target="slides/slide527.xml"/><Relationship Id="rId735" Type="http://schemas.openxmlformats.org/officeDocument/2006/relationships/slide" Target="slides/slide734.xml"/><Relationship Id="rId167" Type="http://schemas.openxmlformats.org/officeDocument/2006/relationships/slide" Target="slides/slide166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679" Type="http://schemas.openxmlformats.org/officeDocument/2006/relationships/slide" Target="slides/slide678.xml"/><Relationship Id="rId802" Type="http://schemas.openxmlformats.org/officeDocument/2006/relationships/slide" Target="slides/slide80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41" Type="http://schemas.openxmlformats.org/officeDocument/2006/relationships/slide" Target="slides/slide440.xml"/><Relationship Id="rId539" Type="http://schemas.openxmlformats.org/officeDocument/2006/relationships/slide" Target="slides/slide538.xml"/><Relationship Id="rId746" Type="http://schemas.openxmlformats.org/officeDocument/2006/relationships/slide" Target="slides/slide74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82" Type="http://schemas.openxmlformats.org/officeDocument/2006/relationships/slide" Target="slides/slide81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606" Type="http://schemas.openxmlformats.org/officeDocument/2006/relationships/slide" Target="slides/slide605.xml"/><Relationship Id="rId813" Type="http://schemas.openxmlformats.org/officeDocument/2006/relationships/slide" Target="slides/slide812.xml"/><Relationship Id="rId245" Type="http://schemas.openxmlformats.org/officeDocument/2006/relationships/slide" Target="slides/slide244.xml"/><Relationship Id="rId452" Type="http://schemas.openxmlformats.org/officeDocument/2006/relationships/slide" Target="slides/slide451.xml"/><Relationship Id="rId105" Type="http://schemas.openxmlformats.org/officeDocument/2006/relationships/slide" Target="slides/slide104.xml"/><Relationship Id="rId312" Type="http://schemas.openxmlformats.org/officeDocument/2006/relationships/slide" Target="slides/slide311.xml"/><Relationship Id="rId757" Type="http://schemas.openxmlformats.org/officeDocument/2006/relationships/slide" Target="slides/slide756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617" Type="http://schemas.openxmlformats.org/officeDocument/2006/relationships/slide" Target="slides/slide616.xml"/><Relationship Id="rId824" Type="http://schemas.openxmlformats.org/officeDocument/2006/relationships/slide" Target="slides/slide823.xml"/><Relationship Id="rId256" Type="http://schemas.openxmlformats.org/officeDocument/2006/relationships/slide" Target="slides/slide255.xml"/><Relationship Id="rId463" Type="http://schemas.openxmlformats.org/officeDocument/2006/relationships/slide" Target="slides/slide462.xml"/><Relationship Id="rId670" Type="http://schemas.openxmlformats.org/officeDocument/2006/relationships/slide" Target="slides/slide669.xml"/><Relationship Id="rId116" Type="http://schemas.openxmlformats.org/officeDocument/2006/relationships/slide" Target="slides/slide115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768" Type="http://schemas.openxmlformats.org/officeDocument/2006/relationships/slide" Target="slides/slide767.xml"/><Relationship Id="rId20" Type="http://schemas.openxmlformats.org/officeDocument/2006/relationships/slide" Target="slides/slide19.xml"/><Relationship Id="rId628" Type="http://schemas.openxmlformats.org/officeDocument/2006/relationships/slide" Target="slides/slide627.xml"/><Relationship Id="rId835" Type="http://schemas.openxmlformats.org/officeDocument/2006/relationships/slide" Target="slides/slide834.xml"/><Relationship Id="rId267" Type="http://schemas.openxmlformats.org/officeDocument/2006/relationships/slide" Target="slides/slide266.xml"/><Relationship Id="rId474" Type="http://schemas.openxmlformats.org/officeDocument/2006/relationships/slide" Target="slides/slide473.xml"/><Relationship Id="rId127" Type="http://schemas.openxmlformats.org/officeDocument/2006/relationships/slide" Target="slides/slide126.xml"/><Relationship Id="rId681" Type="http://schemas.openxmlformats.org/officeDocument/2006/relationships/slide" Target="slides/slide680.xml"/><Relationship Id="rId779" Type="http://schemas.openxmlformats.org/officeDocument/2006/relationships/slide" Target="slides/slide778.xml"/><Relationship Id="rId31" Type="http://schemas.openxmlformats.org/officeDocument/2006/relationships/slide" Target="slides/slide30.xml"/><Relationship Id="rId334" Type="http://schemas.openxmlformats.org/officeDocument/2006/relationships/slide" Target="slides/slide333.xml"/><Relationship Id="rId541" Type="http://schemas.openxmlformats.org/officeDocument/2006/relationships/slide" Target="slides/slide540.xml"/><Relationship Id="rId639" Type="http://schemas.openxmlformats.org/officeDocument/2006/relationships/slide" Target="slides/slide638.xml"/><Relationship Id="rId180" Type="http://schemas.openxmlformats.org/officeDocument/2006/relationships/slide" Target="slides/slide179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846" Type="http://schemas.openxmlformats.org/officeDocument/2006/relationships/slide" Target="slides/slide845.xml"/><Relationship Id="rId485" Type="http://schemas.openxmlformats.org/officeDocument/2006/relationships/slide" Target="slides/slide484.xml"/><Relationship Id="rId692" Type="http://schemas.openxmlformats.org/officeDocument/2006/relationships/slide" Target="slides/slide691.xml"/><Relationship Id="rId706" Type="http://schemas.openxmlformats.org/officeDocument/2006/relationships/slide" Target="slides/slide705.xml"/><Relationship Id="rId42" Type="http://schemas.openxmlformats.org/officeDocument/2006/relationships/slide" Target="slides/slide41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552" Type="http://schemas.openxmlformats.org/officeDocument/2006/relationships/slide" Target="slides/slide551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412" Type="http://schemas.openxmlformats.org/officeDocument/2006/relationships/slide" Target="slides/slide411.xml"/><Relationship Id="rId857" Type="http://schemas.openxmlformats.org/officeDocument/2006/relationships/theme" Target="theme/theme1.xml"/><Relationship Id="rId289" Type="http://schemas.openxmlformats.org/officeDocument/2006/relationships/slide" Target="slides/slide288.xml"/><Relationship Id="rId496" Type="http://schemas.openxmlformats.org/officeDocument/2006/relationships/slide" Target="slides/slide495.xml"/><Relationship Id="rId717" Type="http://schemas.openxmlformats.org/officeDocument/2006/relationships/slide" Target="slides/slide716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56" Type="http://schemas.openxmlformats.org/officeDocument/2006/relationships/slide" Target="slides/slide355.xml"/><Relationship Id="rId563" Type="http://schemas.openxmlformats.org/officeDocument/2006/relationships/slide" Target="slides/slide562.xml"/><Relationship Id="rId770" Type="http://schemas.openxmlformats.org/officeDocument/2006/relationships/slide" Target="slides/slide76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630" Type="http://schemas.openxmlformats.org/officeDocument/2006/relationships/slide" Target="slides/slide629.xml"/><Relationship Id="rId728" Type="http://schemas.openxmlformats.org/officeDocument/2006/relationships/slide" Target="slides/slide727.xml"/><Relationship Id="rId64" Type="http://schemas.openxmlformats.org/officeDocument/2006/relationships/slide" Target="slides/slide63.xml"/><Relationship Id="rId367" Type="http://schemas.openxmlformats.org/officeDocument/2006/relationships/slide" Target="slides/slide366.xml"/><Relationship Id="rId574" Type="http://schemas.openxmlformats.org/officeDocument/2006/relationships/slide" Target="slides/slide573.xml"/><Relationship Id="rId227" Type="http://schemas.openxmlformats.org/officeDocument/2006/relationships/slide" Target="slides/slide226.xml"/><Relationship Id="rId781" Type="http://schemas.openxmlformats.org/officeDocument/2006/relationships/slide" Target="slides/slide780.xml"/><Relationship Id="rId434" Type="http://schemas.openxmlformats.org/officeDocument/2006/relationships/slide" Target="slides/slide433.xml"/><Relationship Id="rId641" Type="http://schemas.openxmlformats.org/officeDocument/2006/relationships/slide" Target="slides/slide640.xml"/><Relationship Id="rId739" Type="http://schemas.openxmlformats.org/officeDocument/2006/relationships/slide" Target="slides/slide738.xml"/><Relationship Id="rId280" Type="http://schemas.openxmlformats.org/officeDocument/2006/relationships/slide" Target="slides/slide279.xml"/><Relationship Id="rId501" Type="http://schemas.openxmlformats.org/officeDocument/2006/relationships/slide" Target="slides/slide500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378" Type="http://schemas.openxmlformats.org/officeDocument/2006/relationships/slide" Target="slides/slide377.xml"/><Relationship Id="rId585" Type="http://schemas.openxmlformats.org/officeDocument/2006/relationships/slide" Target="slides/slide584.xml"/><Relationship Id="rId792" Type="http://schemas.openxmlformats.org/officeDocument/2006/relationships/slide" Target="slides/slide791.xml"/><Relationship Id="rId806" Type="http://schemas.openxmlformats.org/officeDocument/2006/relationships/slide" Target="slides/slide805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652" Type="http://schemas.openxmlformats.org/officeDocument/2006/relationships/slide" Target="slides/slide651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512" Type="http://schemas.openxmlformats.org/officeDocument/2006/relationships/slide" Target="slides/slide511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96" Type="http://schemas.openxmlformats.org/officeDocument/2006/relationships/slide" Target="slides/slide595.xml"/><Relationship Id="rId817" Type="http://schemas.openxmlformats.org/officeDocument/2006/relationships/slide" Target="slides/slide816.xml"/><Relationship Id="rId249" Type="http://schemas.openxmlformats.org/officeDocument/2006/relationships/slide" Target="slides/slide248.xml"/><Relationship Id="rId456" Type="http://schemas.openxmlformats.org/officeDocument/2006/relationships/slide" Target="slides/slide455.xml"/><Relationship Id="rId663" Type="http://schemas.openxmlformats.org/officeDocument/2006/relationships/slide" Target="slides/slide66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97" Type="http://schemas.openxmlformats.org/officeDocument/2006/relationships/slide" Target="slides/slide96.xml"/><Relationship Id="rId730" Type="http://schemas.openxmlformats.org/officeDocument/2006/relationships/slide" Target="slides/slide729.xml"/><Relationship Id="rId828" Type="http://schemas.openxmlformats.org/officeDocument/2006/relationships/slide" Target="slides/slide827.xml"/><Relationship Id="rId162" Type="http://schemas.openxmlformats.org/officeDocument/2006/relationships/slide" Target="slides/slide161.xml"/><Relationship Id="rId467" Type="http://schemas.openxmlformats.org/officeDocument/2006/relationships/slide" Target="slides/slide466.xml"/><Relationship Id="rId674" Type="http://schemas.openxmlformats.org/officeDocument/2006/relationships/slide" Target="slides/slide673.xml"/><Relationship Id="rId24" Type="http://schemas.openxmlformats.org/officeDocument/2006/relationships/slide" Target="slides/slide23.xml"/><Relationship Id="rId327" Type="http://schemas.openxmlformats.org/officeDocument/2006/relationships/slide" Target="slides/slide326.xml"/><Relationship Id="rId534" Type="http://schemas.openxmlformats.org/officeDocument/2006/relationships/slide" Target="slides/slide533.xml"/><Relationship Id="rId741" Type="http://schemas.openxmlformats.org/officeDocument/2006/relationships/slide" Target="slides/slide740.xml"/><Relationship Id="rId839" Type="http://schemas.openxmlformats.org/officeDocument/2006/relationships/slide" Target="slides/slide838.xml"/><Relationship Id="rId173" Type="http://schemas.openxmlformats.org/officeDocument/2006/relationships/slide" Target="slides/slide172.xml"/><Relationship Id="rId380" Type="http://schemas.openxmlformats.org/officeDocument/2006/relationships/slide" Target="slides/slide379.xml"/><Relationship Id="rId601" Type="http://schemas.openxmlformats.org/officeDocument/2006/relationships/slide" Target="slides/slide600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685" Type="http://schemas.openxmlformats.org/officeDocument/2006/relationships/slide" Target="slides/slide684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545" Type="http://schemas.openxmlformats.org/officeDocument/2006/relationships/slide" Target="slides/slide544.xml"/><Relationship Id="rId587" Type="http://schemas.openxmlformats.org/officeDocument/2006/relationships/slide" Target="slides/slide586.xml"/><Relationship Id="rId710" Type="http://schemas.openxmlformats.org/officeDocument/2006/relationships/slide" Target="slides/slide709.xml"/><Relationship Id="rId752" Type="http://schemas.openxmlformats.org/officeDocument/2006/relationships/slide" Target="slides/slide751.xml"/><Relationship Id="rId808" Type="http://schemas.openxmlformats.org/officeDocument/2006/relationships/slide" Target="slides/slide80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612" Type="http://schemas.openxmlformats.org/officeDocument/2006/relationships/slide" Target="slides/slide611.xml"/><Relationship Id="rId794" Type="http://schemas.openxmlformats.org/officeDocument/2006/relationships/slide" Target="slides/slide793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654" Type="http://schemas.openxmlformats.org/officeDocument/2006/relationships/slide" Target="slides/slide653.xml"/><Relationship Id="rId696" Type="http://schemas.openxmlformats.org/officeDocument/2006/relationships/slide" Target="slides/slide695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556" Type="http://schemas.openxmlformats.org/officeDocument/2006/relationships/slide" Target="slides/slide555.xml"/><Relationship Id="rId721" Type="http://schemas.openxmlformats.org/officeDocument/2006/relationships/slide" Target="slides/slide720.xml"/><Relationship Id="rId763" Type="http://schemas.openxmlformats.org/officeDocument/2006/relationships/slide" Target="slides/slide76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598" Type="http://schemas.openxmlformats.org/officeDocument/2006/relationships/slide" Target="slides/slide597.xml"/><Relationship Id="rId819" Type="http://schemas.openxmlformats.org/officeDocument/2006/relationships/slide" Target="slides/slide818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623" Type="http://schemas.openxmlformats.org/officeDocument/2006/relationships/slide" Target="slides/slide622.xml"/><Relationship Id="rId665" Type="http://schemas.openxmlformats.org/officeDocument/2006/relationships/slide" Target="slides/slide664.xml"/><Relationship Id="rId830" Type="http://schemas.openxmlformats.org/officeDocument/2006/relationships/slide" Target="slides/slide829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567" Type="http://schemas.openxmlformats.org/officeDocument/2006/relationships/slide" Target="slides/slide566.xml"/><Relationship Id="rId732" Type="http://schemas.openxmlformats.org/officeDocument/2006/relationships/slide" Target="slides/slide731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774" Type="http://schemas.openxmlformats.org/officeDocument/2006/relationships/slide" Target="slides/slide773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634" Type="http://schemas.openxmlformats.org/officeDocument/2006/relationships/slide" Target="slides/slide633.xml"/><Relationship Id="rId676" Type="http://schemas.openxmlformats.org/officeDocument/2006/relationships/slide" Target="slides/slide675.xml"/><Relationship Id="rId841" Type="http://schemas.openxmlformats.org/officeDocument/2006/relationships/slide" Target="slides/slide840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701" Type="http://schemas.openxmlformats.org/officeDocument/2006/relationships/slide" Target="slides/slide700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743" Type="http://schemas.openxmlformats.org/officeDocument/2006/relationships/slide" Target="slides/slide742.xml"/><Relationship Id="rId785" Type="http://schemas.openxmlformats.org/officeDocument/2006/relationships/slide" Target="slides/slide784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Relationship Id="rId603" Type="http://schemas.openxmlformats.org/officeDocument/2006/relationships/slide" Target="slides/slide602.xml"/><Relationship Id="rId645" Type="http://schemas.openxmlformats.org/officeDocument/2006/relationships/slide" Target="slides/slide644.xml"/><Relationship Id="rId687" Type="http://schemas.openxmlformats.org/officeDocument/2006/relationships/slide" Target="slides/slide686.xml"/><Relationship Id="rId810" Type="http://schemas.openxmlformats.org/officeDocument/2006/relationships/slide" Target="slides/slide809.xml"/><Relationship Id="rId852" Type="http://schemas.openxmlformats.org/officeDocument/2006/relationships/slide" Target="slides/slide851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712" Type="http://schemas.openxmlformats.org/officeDocument/2006/relationships/slide" Target="slides/slide711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547" Type="http://schemas.openxmlformats.org/officeDocument/2006/relationships/slide" Target="slides/slide546.xml"/><Relationship Id="rId589" Type="http://schemas.openxmlformats.org/officeDocument/2006/relationships/slide" Target="slides/slide588.xml"/><Relationship Id="rId754" Type="http://schemas.openxmlformats.org/officeDocument/2006/relationships/slide" Target="slides/slide753.xml"/><Relationship Id="rId796" Type="http://schemas.openxmlformats.org/officeDocument/2006/relationships/slide" Target="slides/slide795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49" Type="http://schemas.openxmlformats.org/officeDocument/2006/relationships/slide" Target="slides/slide448.xml"/><Relationship Id="rId614" Type="http://schemas.openxmlformats.org/officeDocument/2006/relationships/slide" Target="slides/slide613.xml"/><Relationship Id="rId656" Type="http://schemas.openxmlformats.org/officeDocument/2006/relationships/slide" Target="slides/slide655.xml"/><Relationship Id="rId821" Type="http://schemas.openxmlformats.org/officeDocument/2006/relationships/slide" Target="slides/slide820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516" Type="http://schemas.openxmlformats.org/officeDocument/2006/relationships/slide" Target="slides/slide515.xml"/><Relationship Id="rId698" Type="http://schemas.openxmlformats.org/officeDocument/2006/relationships/slide" Target="slides/slide697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723" Type="http://schemas.openxmlformats.org/officeDocument/2006/relationships/slide" Target="slides/slide722.xml"/><Relationship Id="rId765" Type="http://schemas.openxmlformats.org/officeDocument/2006/relationships/slide" Target="slides/slide764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625" Type="http://schemas.openxmlformats.org/officeDocument/2006/relationships/slide" Target="slides/slide624.xml"/><Relationship Id="rId832" Type="http://schemas.openxmlformats.org/officeDocument/2006/relationships/slide" Target="slides/slide831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667" Type="http://schemas.openxmlformats.org/officeDocument/2006/relationships/slide" Target="slides/slide666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27" Type="http://schemas.openxmlformats.org/officeDocument/2006/relationships/slide" Target="slides/slide526.xml"/><Relationship Id="rId569" Type="http://schemas.openxmlformats.org/officeDocument/2006/relationships/slide" Target="slides/slide568.xml"/><Relationship Id="rId734" Type="http://schemas.openxmlformats.org/officeDocument/2006/relationships/slide" Target="slides/slide733.xml"/><Relationship Id="rId776" Type="http://schemas.openxmlformats.org/officeDocument/2006/relationships/slide" Target="slides/slide775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31" Type="http://schemas.openxmlformats.org/officeDocument/2006/relationships/slide" Target="slides/slide330.xml"/><Relationship Id="rId373" Type="http://schemas.openxmlformats.org/officeDocument/2006/relationships/slide" Target="slides/slide372.xml"/><Relationship Id="rId429" Type="http://schemas.openxmlformats.org/officeDocument/2006/relationships/slide" Target="slides/slide428.xml"/><Relationship Id="rId580" Type="http://schemas.openxmlformats.org/officeDocument/2006/relationships/slide" Target="slides/slide579.xml"/><Relationship Id="rId636" Type="http://schemas.openxmlformats.org/officeDocument/2006/relationships/slide" Target="slides/slide635.xml"/><Relationship Id="rId801" Type="http://schemas.openxmlformats.org/officeDocument/2006/relationships/slide" Target="slides/slide800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678" Type="http://schemas.openxmlformats.org/officeDocument/2006/relationships/slide" Target="slides/slide677.xml"/><Relationship Id="rId843" Type="http://schemas.openxmlformats.org/officeDocument/2006/relationships/slide" Target="slides/slide842.xml"/><Relationship Id="rId28" Type="http://schemas.openxmlformats.org/officeDocument/2006/relationships/slide" Target="slides/slide27.xml"/><Relationship Id="rId275" Type="http://schemas.openxmlformats.org/officeDocument/2006/relationships/slide" Target="slides/slide274.xml"/><Relationship Id="rId300" Type="http://schemas.openxmlformats.org/officeDocument/2006/relationships/slide" Target="slides/slide299.xml"/><Relationship Id="rId482" Type="http://schemas.openxmlformats.org/officeDocument/2006/relationships/slide" Target="slides/slide481.xml"/><Relationship Id="rId538" Type="http://schemas.openxmlformats.org/officeDocument/2006/relationships/slide" Target="slides/slide537.xml"/><Relationship Id="rId703" Type="http://schemas.openxmlformats.org/officeDocument/2006/relationships/slide" Target="slides/slide702.xml"/><Relationship Id="rId745" Type="http://schemas.openxmlformats.org/officeDocument/2006/relationships/slide" Target="slides/slide744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77" Type="http://schemas.openxmlformats.org/officeDocument/2006/relationships/slide" Target="slides/slide176.xml"/><Relationship Id="rId342" Type="http://schemas.openxmlformats.org/officeDocument/2006/relationships/slide" Target="slides/slide341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605" Type="http://schemas.openxmlformats.org/officeDocument/2006/relationships/slide" Target="slides/slide604.xml"/><Relationship Id="rId787" Type="http://schemas.openxmlformats.org/officeDocument/2006/relationships/slide" Target="slides/slide786.xml"/><Relationship Id="rId812" Type="http://schemas.openxmlformats.org/officeDocument/2006/relationships/slide" Target="slides/slide811.xml"/><Relationship Id="rId202" Type="http://schemas.openxmlformats.org/officeDocument/2006/relationships/slide" Target="slides/slide201.xml"/><Relationship Id="rId244" Type="http://schemas.openxmlformats.org/officeDocument/2006/relationships/slide" Target="slides/slide243.xml"/><Relationship Id="rId647" Type="http://schemas.openxmlformats.org/officeDocument/2006/relationships/slide" Target="slides/slide646.xml"/><Relationship Id="rId689" Type="http://schemas.openxmlformats.org/officeDocument/2006/relationships/slide" Target="slides/slide688.xml"/><Relationship Id="rId854" Type="http://schemas.openxmlformats.org/officeDocument/2006/relationships/slide" Target="slides/slide853.xml"/><Relationship Id="rId39" Type="http://schemas.openxmlformats.org/officeDocument/2006/relationships/slide" Target="slides/slide38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49" Type="http://schemas.openxmlformats.org/officeDocument/2006/relationships/slide" Target="slides/slide548.xml"/><Relationship Id="rId714" Type="http://schemas.openxmlformats.org/officeDocument/2006/relationships/slide" Target="slides/slide713.xml"/><Relationship Id="rId756" Type="http://schemas.openxmlformats.org/officeDocument/2006/relationships/slide" Target="slides/slide75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46" Type="http://schemas.openxmlformats.org/officeDocument/2006/relationships/slide" Target="slides/slide145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53" Type="http://schemas.openxmlformats.org/officeDocument/2006/relationships/slide" Target="slides/slide352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560" Type="http://schemas.openxmlformats.org/officeDocument/2006/relationships/slide" Target="slides/slide559.xml"/><Relationship Id="rId798" Type="http://schemas.openxmlformats.org/officeDocument/2006/relationships/slide" Target="slides/slide797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616" Type="http://schemas.openxmlformats.org/officeDocument/2006/relationships/slide" Target="slides/slide615.xml"/><Relationship Id="rId658" Type="http://schemas.openxmlformats.org/officeDocument/2006/relationships/slide" Target="slides/slide657.xml"/><Relationship Id="rId823" Type="http://schemas.openxmlformats.org/officeDocument/2006/relationships/slide" Target="slides/slide822.xml"/><Relationship Id="rId255" Type="http://schemas.openxmlformats.org/officeDocument/2006/relationships/slide" Target="slides/slide254.xml"/><Relationship Id="rId297" Type="http://schemas.openxmlformats.org/officeDocument/2006/relationships/slide" Target="slides/slide296.xml"/><Relationship Id="rId462" Type="http://schemas.openxmlformats.org/officeDocument/2006/relationships/slide" Target="slides/slide461.xml"/><Relationship Id="rId518" Type="http://schemas.openxmlformats.org/officeDocument/2006/relationships/slide" Target="slides/slide517.xml"/><Relationship Id="rId725" Type="http://schemas.openxmlformats.org/officeDocument/2006/relationships/slide" Target="slides/slide724.xml"/><Relationship Id="rId115" Type="http://schemas.openxmlformats.org/officeDocument/2006/relationships/slide" Target="slides/slide114.xml"/><Relationship Id="rId157" Type="http://schemas.openxmlformats.org/officeDocument/2006/relationships/slide" Target="slides/slide156.xml"/><Relationship Id="rId322" Type="http://schemas.openxmlformats.org/officeDocument/2006/relationships/slide" Target="slides/slide321.xml"/><Relationship Id="rId364" Type="http://schemas.openxmlformats.org/officeDocument/2006/relationships/slide" Target="slides/slide363.xml"/><Relationship Id="rId767" Type="http://schemas.openxmlformats.org/officeDocument/2006/relationships/slide" Target="slides/slide766.xml"/><Relationship Id="rId61" Type="http://schemas.openxmlformats.org/officeDocument/2006/relationships/slide" Target="slides/slide60.xml"/><Relationship Id="rId199" Type="http://schemas.openxmlformats.org/officeDocument/2006/relationships/slide" Target="slides/slide198.xml"/><Relationship Id="rId571" Type="http://schemas.openxmlformats.org/officeDocument/2006/relationships/slide" Target="slides/slide570.xml"/><Relationship Id="rId627" Type="http://schemas.openxmlformats.org/officeDocument/2006/relationships/slide" Target="slides/slide626.xml"/><Relationship Id="rId669" Type="http://schemas.openxmlformats.org/officeDocument/2006/relationships/slide" Target="slides/slide668.xml"/><Relationship Id="rId834" Type="http://schemas.openxmlformats.org/officeDocument/2006/relationships/slide" Target="slides/slide833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66" Type="http://schemas.openxmlformats.org/officeDocument/2006/relationships/slide" Target="slides/slide265.xml"/><Relationship Id="rId431" Type="http://schemas.openxmlformats.org/officeDocument/2006/relationships/slide" Target="slides/slide430.xml"/><Relationship Id="rId473" Type="http://schemas.openxmlformats.org/officeDocument/2006/relationships/slide" Target="slides/slide472.xml"/><Relationship Id="rId529" Type="http://schemas.openxmlformats.org/officeDocument/2006/relationships/slide" Target="slides/slide528.xml"/><Relationship Id="rId680" Type="http://schemas.openxmlformats.org/officeDocument/2006/relationships/slide" Target="slides/slide679.xml"/><Relationship Id="rId736" Type="http://schemas.openxmlformats.org/officeDocument/2006/relationships/slide" Target="slides/slide735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168" Type="http://schemas.openxmlformats.org/officeDocument/2006/relationships/slide" Target="slides/slide167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78" Type="http://schemas.openxmlformats.org/officeDocument/2006/relationships/slide" Target="slides/slide777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638" Type="http://schemas.openxmlformats.org/officeDocument/2006/relationships/slide" Target="slides/slide637.xml"/><Relationship Id="rId803" Type="http://schemas.openxmlformats.org/officeDocument/2006/relationships/slide" Target="slides/slide802.xml"/><Relationship Id="rId845" Type="http://schemas.openxmlformats.org/officeDocument/2006/relationships/slide" Target="slides/slide844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42" Type="http://schemas.openxmlformats.org/officeDocument/2006/relationships/slide" Target="slides/slide441.xml"/><Relationship Id="rId484" Type="http://schemas.openxmlformats.org/officeDocument/2006/relationships/slide" Target="slides/slide483.xml"/><Relationship Id="rId705" Type="http://schemas.openxmlformats.org/officeDocument/2006/relationships/slide" Target="slides/slide704.xml"/><Relationship Id="rId137" Type="http://schemas.openxmlformats.org/officeDocument/2006/relationships/slide" Target="slides/slide136.xml"/><Relationship Id="rId302" Type="http://schemas.openxmlformats.org/officeDocument/2006/relationships/slide" Target="slides/slide301.xml"/><Relationship Id="rId344" Type="http://schemas.openxmlformats.org/officeDocument/2006/relationships/slide" Target="slides/slide343.xml"/><Relationship Id="rId691" Type="http://schemas.openxmlformats.org/officeDocument/2006/relationships/slide" Target="slides/slide690.xml"/><Relationship Id="rId747" Type="http://schemas.openxmlformats.org/officeDocument/2006/relationships/slide" Target="slides/slide746.xml"/><Relationship Id="rId789" Type="http://schemas.openxmlformats.org/officeDocument/2006/relationships/slide" Target="slides/slide788.xml"/><Relationship Id="rId41" Type="http://schemas.openxmlformats.org/officeDocument/2006/relationships/slide" Target="slides/slide40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51" Type="http://schemas.openxmlformats.org/officeDocument/2006/relationships/slide" Target="slides/slide550.xml"/><Relationship Id="rId593" Type="http://schemas.openxmlformats.org/officeDocument/2006/relationships/slide" Target="slides/slide592.xml"/><Relationship Id="rId607" Type="http://schemas.openxmlformats.org/officeDocument/2006/relationships/slide" Target="slides/slide606.xml"/><Relationship Id="rId649" Type="http://schemas.openxmlformats.org/officeDocument/2006/relationships/slide" Target="slides/slide648.xml"/><Relationship Id="rId814" Type="http://schemas.openxmlformats.org/officeDocument/2006/relationships/slide" Target="slides/slide813.xml"/><Relationship Id="rId856" Type="http://schemas.openxmlformats.org/officeDocument/2006/relationships/viewProps" Target="view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46" Type="http://schemas.openxmlformats.org/officeDocument/2006/relationships/slide" Target="slides/slide245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53" Type="http://schemas.openxmlformats.org/officeDocument/2006/relationships/slide" Target="slides/slide452.xml"/><Relationship Id="rId509" Type="http://schemas.openxmlformats.org/officeDocument/2006/relationships/slide" Target="slides/slide508.xml"/><Relationship Id="rId660" Type="http://schemas.openxmlformats.org/officeDocument/2006/relationships/slide" Target="slides/slide659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716" Type="http://schemas.openxmlformats.org/officeDocument/2006/relationships/slide" Target="slides/slide715.xml"/><Relationship Id="rId758" Type="http://schemas.openxmlformats.org/officeDocument/2006/relationships/slide" Target="slides/slide757.xml"/><Relationship Id="rId10" Type="http://schemas.openxmlformats.org/officeDocument/2006/relationships/slide" Target="slides/slide9.xml"/><Relationship Id="rId52" Type="http://schemas.openxmlformats.org/officeDocument/2006/relationships/slide" Target="slides/slide51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562" Type="http://schemas.openxmlformats.org/officeDocument/2006/relationships/slide" Target="slides/slide561.xml"/><Relationship Id="rId618" Type="http://schemas.openxmlformats.org/officeDocument/2006/relationships/slide" Target="slides/slide617.xml"/><Relationship Id="rId825" Type="http://schemas.openxmlformats.org/officeDocument/2006/relationships/slide" Target="slides/slide824.xml"/><Relationship Id="rId215" Type="http://schemas.openxmlformats.org/officeDocument/2006/relationships/slide" Target="slides/slide214.xml"/><Relationship Id="rId257" Type="http://schemas.openxmlformats.org/officeDocument/2006/relationships/slide" Target="slides/slide256.xml"/><Relationship Id="rId422" Type="http://schemas.openxmlformats.org/officeDocument/2006/relationships/slide" Target="slides/slide421.xml"/><Relationship Id="rId464" Type="http://schemas.openxmlformats.org/officeDocument/2006/relationships/slide" Target="slides/slide463.xml"/><Relationship Id="rId299" Type="http://schemas.openxmlformats.org/officeDocument/2006/relationships/slide" Target="slides/slide298.xml"/><Relationship Id="rId727" Type="http://schemas.openxmlformats.org/officeDocument/2006/relationships/slide" Target="slides/slide726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780" Type="http://schemas.openxmlformats.org/officeDocument/2006/relationships/slide" Target="slides/slide779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640" Type="http://schemas.openxmlformats.org/officeDocument/2006/relationships/slide" Target="slides/slide639.xml"/><Relationship Id="rId738" Type="http://schemas.openxmlformats.org/officeDocument/2006/relationships/slide" Target="slides/slide737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84" Type="http://schemas.openxmlformats.org/officeDocument/2006/relationships/slide" Target="slides/slide583.xml"/><Relationship Id="rId805" Type="http://schemas.openxmlformats.org/officeDocument/2006/relationships/slide" Target="slides/slide804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791" Type="http://schemas.openxmlformats.org/officeDocument/2006/relationships/slide" Target="slides/slide790.xml"/><Relationship Id="rId444" Type="http://schemas.openxmlformats.org/officeDocument/2006/relationships/slide" Target="slides/slide443.xml"/><Relationship Id="rId651" Type="http://schemas.openxmlformats.org/officeDocument/2006/relationships/slide" Target="slides/slide650.xml"/><Relationship Id="rId749" Type="http://schemas.openxmlformats.org/officeDocument/2006/relationships/slide" Target="slides/slide74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609" Type="http://schemas.openxmlformats.org/officeDocument/2006/relationships/slide" Target="slides/slide60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816" Type="http://schemas.openxmlformats.org/officeDocument/2006/relationships/slide" Target="slides/slide815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662" Type="http://schemas.openxmlformats.org/officeDocument/2006/relationships/slide" Target="slides/slide661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827" Type="http://schemas.openxmlformats.org/officeDocument/2006/relationships/slide" Target="slides/slide826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673" Type="http://schemas.openxmlformats.org/officeDocument/2006/relationships/slide" Target="slides/slide672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740" Type="http://schemas.openxmlformats.org/officeDocument/2006/relationships/slide" Target="slides/slide739.xml"/><Relationship Id="rId838" Type="http://schemas.openxmlformats.org/officeDocument/2006/relationships/slide" Target="slides/slide837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00" Type="http://schemas.openxmlformats.org/officeDocument/2006/relationships/slide" Target="slides/slide599.xml"/><Relationship Id="rId684" Type="http://schemas.openxmlformats.org/officeDocument/2006/relationships/slide" Target="slides/slide683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44" Type="http://schemas.openxmlformats.org/officeDocument/2006/relationships/slide" Target="slides/slide543.xml"/><Relationship Id="rId751" Type="http://schemas.openxmlformats.org/officeDocument/2006/relationships/slide" Target="slides/slide750.xml"/><Relationship Id="rId849" Type="http://schemas.openxmlformats.org/officeDocument/2006/relationships/slide" Target="slides/slide848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611" Type="http://schemas.openxmlformats.org/officeDocument/2006/relationships/slide" Target="slides/slide610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695" Type="http://schemas.openxmlformats.org/officeDocument/2006/relationships/slide" Target="slides/slide694.xml"/><Relationship Id="rId709" Type="http://schemas.openxmlformats.org/officeDocument/2006/relationships/slide" Target="slides/slide708.xml"/><Relationship Id="rId45" Type="http://schemas.openxmlformats.org/officeDocument/2006/relationships/slide" Target="slides/slide44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762" Type="http://schemas.openxmlformats.org/officeDocument/2006/relationships/slide" Target="slides/slide76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622" Type="http://schemas.openxmlformats.org/officeDocument/2006/relationships/slide" Target="slides/slide621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56" Type="http://schemas.openxmlformats.org/officeDocument/2006/relationships/slide" Target="slides/slide55.xml"/><Relationship Id="rId359" Type="http://schemas.openxmlformats.org/officeDocument/2006/relationships/slide" Target="slides/slide358.xml"/><Relationship Id="rId566" Type="http://schemas.openxmlformats.org/officeDocument/2006/relationships/slide" Target="slides/slide565.xml"/><Relationship Id="rId773" Type="http://schemas.openxmlformats.org/officeDocument/2006/relationships/slide" Target="slides/slide772.xml"/><Relationship Id="rId121" Type="http://schemas.openxmlformats.org/officeDocument/2006/relationships/slide" Target="slides/slide120.xml"/><Relationship Id="rId219" Type="http://schemas.openxmlformats.org/officeDocument/2006/relationships/slide" Target="slides/slide218.xml"/><Relationship Id="rId426" Type="http://schemas.openxmlformats.org/officeDocument/2006/relationships/slide" Target="slides/slide425.xml"/><Relationship Id="rId633" Type="http://schemas.openxmlformats.org/officeDocument/2006/relationships/slide" Target="slides/slide632.xml"/><Relationship Id="rId840" Type="http://schemas.openxmlformats.org/officeDocument/2006/relationships/slide" Target="slides/slide839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577" Type="http://schemas.openxmlformats.org/officeDocument/2006/relationships/slide" Target="slides/slide576.xml"/><Relationship Id="rId700" Type="http://schemas.openxmlformats.org/officeDocument/2006/relationships/slide" Target="slides/slide699.xml"/><Relationship Id="rId132" Type="http://schemas.openxmlformats.org/officeDocument/2006/relationships/slide" Target="slides/slide131.xml"/><Relationship Id="rId784" Type="http://schemas.openxmlformats.org/officeDocument/2006/relationships/slide" Target="slides/slide783.xml"/><Relationship Id="rId437" Type="http://schemas.openxmlformats.org/officeDocument/2006/relationships/slide" Target="slides/slide436.xml"/><Relationship Id="rId644" Type="http://schemas.openxmlformats.org/officeDocument/2006/relationships/slide" Target="slides/slide643.xml"/><Relationship Id="rId851" Type="http://schemas.openxmlformats.org/officeDocument/2006/relationships/slide" Target="slides/slide850.xml"/><Relationship Id="rId283" Type="http://schemas.openxmlformats.org/officeDocument/2006/relationships/slide" Target="slides/slide282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711" Type="http://schemas.openxmlformats.org/officeDocument/2006/relationships/slide" Target="slides/slide710.xml"/><Relationship Id="rId78" Type="http://schemas.openxmlformats.org/officeDocument/2006/relationships/slide" Target="slides/slide77.xml"/><Relationship Id="rId143" Type="http://schemas.openxmlformats.org/officeDocument/2006/relationships/slide" Target="slides/slide142.xml"/><Relationship Id="rId350" Type="http://schemas.openxmlformats.org/officeDocument/2006/relationships/slide" Target="slides/slide349.xml"/><Relationship Id="rId588" Type="http://schemas.openxmlformats.org/officeDocument/2006/relationships/slide" Target="slides/slide587.xml"/><Relationship Id="rId795" Type="http://schemas.openxmlformats.org/officeDocument/2006/relationships/slide" Target="slides/slide794.xml"/><Relationship Id="rId809" Type="http://schemas.openxmlformats.org/officeDocument/2006/relationships/slide" Target="slides/slide808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448" Type="http://schemas.openxmlformats.org/officeDocument/2006/relationships/slide" Target="slides/slide447.xml"/><Relationship Id="rId655" Type="http://schemas.openxmlformats.org/officeDocument/2006/relationships/slide" Target="slides/slide654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722" Type="http://schemas.openxmlformats.org/officeDocument/2006/relationships/slide" Target="slides/slide721.xml"/><Relationship Id="rId89" Type="http://schemas.openxmlformats.org/officeDocument/2006/relationships/slide" Target="slides/slide88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99" Type="http://schemas.openxmlformats.org/officeDocument/2006/relationships/slide" Target="slides/slide598.xml"/><Relationship Id="rId459" Type="http://schemas.openxmlformats.org/officeDocument/2006/relationships/slide" Target="slides/slide458.xml"/><Relationship Id="rId666" Type="http://schemas.openxmlformats.org/officeDocument/2006/relationships/slide" Target="slides/slide665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19" Type="http://schemas.openxmlformats.org/officeDocument/2006/relationships/slide" Target="slides/slide318.xml"/><Relationship Id="rId526" Type="http://schemas.openxmlformats.org/officeDocument/2006/relationships/slide" Target="slides/slide525.xml"/><Relationship Id="rId733" Type="http://schemas.openxmlformats.org/officeDocument/2006/relationships/slide" Target="slides/slide732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677" Type="http://schemas.openxmlformats.org/officeDocument/2006/relationships/slide" Target="slides/slide676.xml"/><Relationship Id="rId800" Type="http://schemas.openxmlformats.org/officeDocument/2006/relationships/slide" Target="slides/slide799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537" Type="http://schemas.openxmlformats.org/officeDocument/2006/relationships/slide" Target="slides/slide536.xml"/><Relationship Id="rId744" Type="http://schemas.openxmlformats.org/officeDocument/2006/relationships/slide" Target="slides/slide743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83" Type="http://schemas.openxmlformats.org/officeDocument/2006/relationships/slide" Target="slides/slide382.xml"/><Relationship Id="rId590" Type="http://schemas.openxmlformats.org/officeDocument/2006/relationships/slide" Target="slides/slide589.xml"/><Relationship Id="rId604" Type="http://schemas.openxmlformats.org/officeDocument/2006/relationships/slide" Target="slides/slide603.xml"/><Relationship Id="rId811" Type="http://schemas.openxmlformats.org/officeDocument/2006/relationships/slide" Target="slides/slide810.xml"/><Relationship Id="rId243" Type="http://schemas.openxmlformats.org/officeDocument/2006/relationships/slide" Target="slides/slide242.xml"/><Relationship Id="rId450" Type="http://schemas.openxmlformats.org/officeDocument/2006/relationships/slide" Target="slides/slide449.xml"/><Relationship Id="rId688" Type="http://schemas.openxmlformats.org/officeDocument/2006/relationships/slide" Target="slides/slide687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548" Type="http://schemas.openxmlformats.org/officeDocument/2006/relationships/slide" Target="slides/slide547.xml"/><Relationship Id="rId755" Type="http://schemas.openxmlformats.org/officeDocument/2006/relationships/slide" Target="slides/slide754.xml"/><Relationship Id="rId91" Type="http://schemas.openxmlformats.org/officeDocument/2006/relationships/slide" Target="slides/slide90.xml"/><Relationship Id="rId187" Type="http://schemas.openxmlformats.org/officeDocument/2006/relationships/slide" Target="slides/slide186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615" Type="http://schemas.openxmlformats.org/officeDocument/2006/relationships/slide" Target="slides/slide614.xml"/><Relationship Id="rId822" Type="http://schemas.openxmlformats.org/officeDocument/2006/relationships/slide" Target="slides/slide821.xml"/><Relationship Id="rId254" Type="http://schemas.openxmlformats.org/officeDocument/2006/relationships/slide" Target="slides/slide253.xml"/><Relationship Id="rId699" Type="http://schemas.openxmlformats.org/officeDocument/2006/relationships/slide" Target="slides/slide698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461" Type="http://schemas.openxmlformats.org/officeDocument/2006/relationships/slide" Target="slides/slide460.xml"/><Relationship Id="rId559" Type="http://schemas.openxmlformats.org/officeDocument/2006/relationships/slide" Target="slides/slide558.xml"/><Relationship Id="rId766" Type="http://schemas.openxmlformats.org/officeDocument/2006/relationships/slide" Target="slides/slide76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419" Type="http://schemas.openxmlformats.org/officeDocument/2006/relationships/slide" Target="slides/slide418.xml"/><Relationship Id="rId626" Type="http://schemas.openxmlformats.org/officeDocument/2006/relationships/slide" Target="slides/slide625.xml"/><Relationship Id="rId833" Type="http://schemas.openxmlformats.org/officeDocument/2006/relationships/slide" Target="slides/slide832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125" Type="http://schemas.openxmlformats.org/officeDocument/2006/relationships/slide" Target="slides/slide124.xml"/><Relationship Id="rId332" Type="http://schemas.openxmlformats.org/officeDocument/2006/relationships/slide" Target="slides/slide331.xml"/><Relationship Id="rId777" Type="http://schemas.openxmlformats.org/officeDocument/2006/relationships/slide" Target="slides/slide776.xml"/><Relationship Id="rId637" Type="http://schemas.openxmlformats.org/officeDocument/2006/relationships/slide" Target="slides/slide636.xml"/><Relationship Id="rId844" Type="http://schemas.openxmlformats.org/officeDocument/2006/relationships/slide" Target="slides/slide843.xml"/><Relationship Id="rId276" Type="http://schemas.openxmlformats.org/officeDocument/2006/relationships/slide" Target="slides/slide275.xml"/><Relationship Id="rId483" Type="http://schemas.openxmlformats.org/officeDocument/2006/relationships/slide" Target="slides/slide482.xml"/><Relationship Id="rId690" Type="http://schemas.openxmlformats.org/officeDocument/2006/relationships/slide" Target="slides/slide689.xml"/><Relationship Id="rId704" Type="http://schemas.openxmlformats.org/officeDocument/2006/relationships/slide" Target="slides/slide703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788" Type="http://schemas.openxmlformats.org/officeDocument/2006/relationships/slide" Target="slides/slide787.xml"/><Relationship Id="rId203" Type="http://schemas.openxmlformats.org/officeDocument/2006/relationships/slide" Target="slides/slide202.xml"/><Relationship Id="rId648" Type="http://schemas.openxmlformats.org/officeDocument/2006/relationships/slide" Target="slides/slide647.xml"/><Relationship Id="rId855" Type="http://schemas.openxmlformats.org/officeDocument/2006/relationships/presProps" Target="presProps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715" Type="http://schemas.openxmlformats.org/officeDocument/2006/relationships/slide" Target="slides/slide714.xml"/><Relationship Id="rId147" Type="http://schemas.openxmlformats.org/officeDocument/2006/relationships/slide" Target="slides/slide146.xml"/><Relationship Id="rId354" Type="http://schemas.openxmlformats.org/officeDocument/2006/relationships/slide" Target="slides/slide353.xml"/><Relationship Id="rId799" Type="http://schemas.openxmlformats.org/officeDocument/2006/relationships/slide" Target="slides/slide798.xml"/><Relationship Id="rId51" Type="http://schemas.openxmlformats.org/officeDocument/2006/relationships/slide" Target="slides/slide50.xml"/><Relationship Id="rId561" Type="http://schemas.openxmlformats.org/officeDocument/2006/relationships/slide" Target="slides/slide560.xml"/><Relationship Id="rId659" Type="http://schemas.openxmlformats.org/officeDocument/2006/relationships/slide" Target="slides/slide658.xml"/><Relationship Id="rId214" Type="http://schemas.openxmlformats.org/officeDocument/2006/relationships/slide" Target="slides/slide213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519" Type="http://schemas.openxmlformats.org/officeDocument/2006/relationships/slide" Target="slides/slide518.xml"/><Relationship Id="rId158" Type="http://schemas.openxmlformats.org/officeDocument/2006/relationships/slide" Target="slides/slide157.xml"/><Relationship Id="rId726" Type="http://schemas.openxmlformats.org/officeDocument/2006/relationships/slide" Target="slides/slide725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225" Type="http://schemas.openxmlformats.org/officeDocument/2006/relationships/slide" Target="slides/slide224.xml"/><Relationship Id="rId432" Type="http://schemas.openxmlformats.org/officeDocument/2006/relationships/slide" Target="slides/slide431.xml"/><Relationship Id="rId737" Type="http://schemas.openxmlformats.org/officeDocument/2006/relationships/slide" Target="slides/slide736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76" Type="http://schemas.openxmlformats.org/officeDocument/2006/relationships/slide" Target="slides/slide375.xml"/><Relationship Id="rId583" Type="http://schemas.openxmlformats.org/officeDocument/2006/relationships/slide" Target="slides/slide582.xml"/><Relationship Id="rId790" Type="http://schemas.openxmlformats.org/officeDocument/2006/relationships/slide" Target="slides/slide789.xml"/><Relationship Id="rId804" Type="http://schemas.openxmlformats.org/officeDocument/2006/relationships/slide" Target="slides/slide803.xml"/><Relationship Id="rId4" Type="http://schemas.openxmlformats.org/officeDocument/2006/relationships/slide" Target="slides/slide3.xml"/><Relationship Id="rId236" Type="http://schemas.openxmlformats.org/officeDocument/2006/relationships/slide" Target="slides/slide235.xml"/><Relationship Id="rId443" Type="http://schemas.openxmlformats.org/officeDocument/2006/relationships/slide" Target="slides/slide442.xml"/><Relationship Id="rId650" Type="http://schemas.openxmlformats.org/officeDocument/2006/relationships/slide" Target="slides/slide649.xml"/><Relationship Id="rId303" Type="http://schemas.openxmlformats.org/officeDocument/2006/relationships/slide" Target="slides/slide302.xml"/><Relationship Id="rId748" Type="http://schemas.openxmlformats.org/officeDocument/2006/relationships/slide" Target="slides/slide747.xml"/><Relationship Id="rId84" Type="http://schemas.openxmlformats.org/officeDocument/2006/relationships/slide" Target="slides/slide83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94" Type="http://schemas.openxmlformats.org/officeDocument/2006/relationships/slide" Target="slides/slide593.xml"/><Relationship Id="rId608" Type="http://schemas.openxmlformats.org/officeDocument/2006/relationships/slide" Target="slides/slide607.xml"/><Relationship Id="rId815" Type="http://schemas.openxmlformats.org/officeDocument/2006/relationships/slide" Target="slides/slide81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454" Type="http://schemas.openxmlformats.org/officeDocument/2006/relationships/slide" Target="slides/slide453.xml"/><Relationship Id="rId661" Type="http://schemas.openxmlformats.org/officeDocument/2006/relationships/slide" Target="slides/slide660.xml"/><Relationship Id="rId759" Type="http://schemas.openxmlformats.org/officeDocument/2006/relationships/slide" Target="slides/slide758.xml"/><Relationship Id="rId11" Type="http://schemas.openxmlformats.org/officeDocument/2006/relationships/slide" Target="slides/slide10.xml"/><Relationship Id="rId314" Type="http://schemas.openxmlformats.org/officeDocument/2006/relationships/slide" Target="slides/slide313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619" Type="http://schemas.openxmlformats.org/officeDocument/2006/relationships/slide" Target="slides/slide61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826" Type="http://schemas.openxmlformats.org/officeDocument/2006/relationships/slide" Target="slides/slide825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672" Type="http://schemas.openxmlformats.org/officeDocument/2006/relationships/slide" Target="slides/slide671.xml"/><Relationship Id="rId22" Type="http://schemas.openxmlformats.org/officeDocument/2006/relationships/slide" Target="slides/slide21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532" Type="http://schemas.openxmlformats.org/officeDocument/2006/relationships/slide" Target="slides/slide531.xml"/><Relationship Id="rId171" Type="http://schemas.openxmlformats.org/officeDocument/2006/relationships/slide" Target="slides/slide170.xml"/><Relationship Id="rId837" Type="http://schemas.openxmlformats.org/officeDocument/2006/relationships/slide" Target="slides/slide836.xml"/><Relationship Id="rId269" Type="http://schemas.openxmlformats.org/officeDocument/2006/relationships/slide" Target="slides/slide268.xml"/><Relationship Id="rId476" Type="http://schemas.openxmlformats.org/officeDocument/2006/relationships/slide" Target="slides/slide475.xml"/><Relationship Id="rId683" Type="http://schemas.openxmlformats.org/officeDocument/2006/relationships/slide" Target="slides/slide682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336" Type="http://schemas.openxmlformats.org/officeDocument/2006/relationships/slide" Target="slides/slide335.xml"/><Relationship Id="rId543" Type="http://schemas.openxmlformats.org/officeDocument/2006/relationships/slide" Target="slides/slide542.xml"/><Relationship Id="rId182" Type="http://schemas.openxmlformats.org/officeDocument/2006/relationships/slide" Target="slides/slide181.xml"/><Relationship Id="rId403" Type="http://schemas.openxmlformats.org/officeDocument/2006/relationships/slide" Target="slides/slide402.xml"/><Relationship Id="rId750" Type="http://schemas.openxmlformats.org/officeDocument/2006/relationships/slide" Target="slides/slide749.xml"/><Relationship Id="rId848" Type="http://schemas.openxmlformats.org/officeDocument/2006/relationships/slide" Target="slides/slide847.xml"/><Relationship Id="rId487" Type="http://schemas.openxmlformats.org/officeDocument/2006/relationships/slide" Target="slides/slide486.xml"/><Relationship Id="rId610" Type="http://schemas.openxmlformats.org/officeDocument/2006/relationships/slide" Target="slides/slide609.xml"/><Relationship Id="rId694" Type="http://schemas.openxmlformats.org/officeDocument/2006/relationships/slide" Target="slides/slide693.xml"/><Relationship Id="rId708" Type="http://schemas.openxmlformats.org/officeDocument/2006/relationships/slide" Target="slides/slide707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554" Type="http://schemas.openxmlformats.org/officeDocument/2006/relationships/slide" Target="slides/slide553.xml"/><Relationship Id="rId761" Type="http://schemas.openxmlformats.org/officeDocument/2006/relationships/slide" Target="slides/slide76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414" Type="http://schemas.openxmlformats.org/officeDocument/2006/relationships/slide" Target="slides/slide413.xml"/><Relationship Id="rId498" Type="http://schemas.openxmlformats.org/officeDocument/2006/relationships/slide" Target="slides/slide497.xml"/><Relationship Id="rId621" Type="http://schemas.openxmlformats.org/officeDocument/2006/relationships/slide" Target="slides/slide620.xml"/><Relationship Id="rId260" Type="http://schemas.openxmlformats.org/officeDocument/2006/relationships/slide" Target="slides/slide259.xml"/><Relationship Id="rId719" Type="http://schemas.openxmlformats.org/officeDocument/2006/relationships/slide" Target="slides/slide718.xml"/><Relationship Id="rId55" Type="http://schemas.openxmlformats.org/officeDocument/2006/relationships/slide" Target="slides/slide54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772" Type="http://schemas.openxmlformats.org/officeDocument/2006/relationships/slide" Target="slides/slide77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632" Type="http://schemas.openxmlformats.org/officeDocument/2006/relationships/slide" Target="slides/slide631.xml"/><Relationship Id="rId271" Type="http://schemas.openxmlformats.org/officeDocument/2006/relationships/slide" Target="slides/slide270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69" Type="http://schemas.openxmlformats.org/officeDocument/2006/relationships/slide" Target="slides/slide368.xml"/><Relationship Id="rId576" Type="http://schemas.openxmlformats.org/officeDocument/2006/relationships/slide" Target="slides/slide575.xml"/><Relationship Id="rId783" Type="http://schemas.openxmlformats.org/officeDocument/2006/relationships/slide" Target="slides/slide782.xml"/><Relationship Id="rId229" Type="http://schemas.openxmlformats.org/officeDocument/2006/relationships/slide" Target="slides/slide228.xml"/><Relationship Id="rId436" Type="http://schemas.openxmlformats.org/officeDocument/2006/relationships/slide" Target="slides/slide435.xml"/><Relationship Id="rId643" Type="http://schemas.openxmlformats.org/officeDocument/2006/relationships/slide" Target="slides/slide642.xml"/><Relationship Id="rId850" Type="http://schemas.openxmlformats.org/officeDocument/2006/relationships/slide" Target="slides/slide84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2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51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1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38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84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34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19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70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45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92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67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E0731-E0AC-468D-9111-42FDAD843213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DEC2C-1714-4C95-9980-444770410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676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emf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emf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emf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emf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emf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emf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emf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emf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emf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emf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emf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emf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emf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emf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emf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emf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emf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emf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emf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emf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emf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emf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emf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emf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emf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emf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emf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emf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emf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emf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emf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emf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emf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emf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emf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emf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emf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emf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emf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emf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emf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emf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emf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emf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emf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emf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emf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emf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emf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emf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emf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emf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emf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emf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emf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emf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emf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emf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emf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emf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emf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emf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emf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emf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emf"/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emf"/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emf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emf"/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emf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emf"/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emf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emf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emf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emf"/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emf"/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emf"/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emf"/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emf"/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emf"/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emf"/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emf"/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emf"/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emf"/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emf"/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emf"/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emf"/><Relationship Id="rId1" Type="http://schemas.openxmlformats.org/officeDocument/2006/relationships/slideLayout" Target="../slideLayouts/slideLayout1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emf"/><Relationship Id="rId1" Type="http://schemas.openxmlformats.org/officeDocument/2006/relationships/slideLayout" Target="../slideLayouts/slideLayout1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emf"/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emf"/><Relationship Id="rId1" Type="http://schemas.openxmlformats.org/officeDocument/2006/relationships/slideLayout" Target="../slideLayouts/slideLayout1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emf"/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emf"/><Relationship Id="rId1" Type="http://schemas.openxmlformats.org/officeDocument/2006/relationships/slideLayout" Target="../slideLayouts/slideLayout1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emf"/><Relationship Id="rId1" Type="http://schemas.openxmlformats.org/officeDocument/2006/relationships/slideLayout" Target="../slideLayouts/slideLayout1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emf"/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emf"/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emf"/><Relationship Id="rId1" Type="http://schemas.openxmlformats.org/officeDocument/2006/relationships/slideLayout" Target="../slideLayouts/slideLayout1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emf"/><Relationship Id="rId1" Type="http://schemas.openxmlformats.org/officeDocument/2006/relationships/slideLayout" Target="../slideLayouts/slideLayout1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emf"/><Relationship Id="rId1" Type="http://schemas.openxmlformats.org/officeDocument/2006/relationships/slideLayout" Target="../slideLayouts/slideLayout1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5.emf"/><Relationship Id="rId1" Type="http://schemas.openxmlformats.org/officeDocument/2006/relationships/slideLayout" Target="../slideLayouts/slideLayout1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6.emf"/><Relationship Id="rId1" Type="http://schemas.openxmlformats.org/officeDocument/2006/relationships/slideLayout" Target="../slideLayouts/slideLayout1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7.emf"/><Relationship Id="rId1" Type="http://schemas.openxmlformats.org/officeDocument/2006/relationships/slideLayout" Target="../slideLayouts/slideLayout1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8.emf"/><Relationship Id="rId1" Type="http://schemas.openxmlformats.org/officeDocument/2006/relationships/slideLayout" Target="../slideLayouts/slideLayout1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9.emf"/><Relationship Id="rId1" Type="http://schemas.openxmlformats.org/officeDocument/2006/relationships/slideLayout" Target="../slideLayouts/slideLayout1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emf"/><Relationship Id="rId1" Type="http://schemas.openxmlformats.org/officeDocument/2006/relationships/slideLayout" Target="../slideLayouts/slideLayout1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emf"/><Relationship Id="rId1" Type="http://schemas.openxmlformats.org/officeDocument/2006/relationships/slideLayout" Target="../slideLayouts/slideLayout1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2.emf"/><Relationship Id="rId1" Type="http://schemas.openxmlformats.org/officeDocument/2006/relationships/slideLayout" Target="../slideLayouts/slideLayout1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3.emf"/><Relationship Id="rId1" Type="http://schemas.openxmlformats.org/officeDocument/2006/relationships/slideLayout" Target="../slideLayouts/slideLayout1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4.emf"/><Relationship Id="rId1" Type="http://schemas.openxmlformats.org/officeDocument/2006/relationships/slideLayout" Target="../slideLayouts/slideLayout1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5.emf"/><Relationship Id="rId1" Type="http://schemas.openxmlformats.org/officeDocument/2006/relationships/slideLayout" Target="../slideLayouts/slideLayout1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6.emf"/><Relationship Id="rId1" Type="http://schemas.openxmlformats.org/officeDocument/2006/relationships/slideLayout" Target="../slideLayouts/slideLayout1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7.emf"/><Relationship Id="rId1" Type="http://schemas.openxmlformats.org/officeDocument/2006/relationships/slideLayout" Target="../slideLayouts/slideLayout1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8.emf"/><Relationship Id="rId1" Type="http://schemas.openxmlformats.org/officeDocument/2006/relationships/slideLayout" Target="../slideLayouts/slideLayout1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9.emf"/><Relationship Id="rId1" Type="http://schemas.openxmlformats.org/officeDocument/2006/relationships/slideLayout" Target="../slideLayouts/slideLayout1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emf"/><Relationship Id="rId1" Type="http://schemas.openxmlformats.org/officeDocument/2006/relationships/slideLayout" Target="../slideLayouts/slideLayout1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emf"/><Relationship Id="rId1" Type="http://schemas.openxmlformats.org/officeDocument/2006/relationships/slideLayout" Target="../slideLayouts/slideLayout1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2.emf"/><Relationship Id="rId1" Type="http://schemas.openxmlformats.org/officeDocument/2006/relationships/slideLayout" Target="../slideLayouts/slideLayout1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3.emf"/><Relationship Id="rId1" Type="http://schemas.openxmlformats.org/officeDocument/2006/relationships/slideLayout" Target="../slideLayouts/slideLayout1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emf"/><Relationship Id="rId1" Type="http://schemas.openxmlformats.org/officeDocument/2006/relationships/slideLayout" Target="../slideLayouts/slideLayout1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emf"/><Relationship Id="rId1" Type="http://schemas.openxmlformats.org/officeDocument/2006/relationships/slideLayout" Target="../slideLayouts/slideLayout1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6.emf"/><Relationship Id="rId1" Type="http://schemas.openxmlformats.org/officeDocument/2006/relationships/slideLayout" Target="../slideLayouts/slideLayout1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7.emf"/><Relationship Id="rId1" Type="http://schemas.openxmlformats.org/officeDocument/2006/relationships/slideLayout" Target="../slideLayouts/slideLayout1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8.emf"/><Relationship Id="rId1" Type="http://schemas.openxmlformats.org/officeDocument/2006/relationships/slideLayout" Target="../slideLayouts/slideLayout1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emf"/><Relationship Id="rId1" Type="http://schemas.openxmlformats.org/officeDocument/2006/relationships/slideLayout" Target="../slideLayouts/slideLayout1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emf"/><Relationship Id="rId1" Type="http://schemas.openxmlformats.org/officeDocument/2006/relationships/slideLayout" Target="../slideLayouts/slideLayout1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emf"/><Relationship Id="rId1" Type="http://schemas.openxmlformats.org/officeDocument/2006/relationships/slideLayout" Target="../slideLayouts/slideLayout1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emf"/><Relationship Id="rId1" Type="http://schemas.openxmlformats.org/officeDocument/2006/relationships/slideLayout" Target="../slideLayouts/slideLayout1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3.emf"/><Relationship Id="rId1" Type="http://schemas.openxmlformats.org/officeDocument/2006/relationships/slideLayout" Target="../slideLayouts/slideLayout1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4.emf"/><Relationship Id="rId1" Type="http://schemas.openxmlformats.org/officeDocument/2006/relationships/slideLayout" Target="../slideLayouts/slideLayout1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5.emf"/><Relationship Id="rId1" Type="http://schemas.openxmlformats.org/officeDocument/2006/relationships/slideLayout" Target="../slideLayouts/slideLayout1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6.emf"/><Relationship Id="rId1" Type="http://schemas.openxmlformats.org/officeDocument/2006/relationships/slideLayout" Target="../slideLayouts/slideLayout1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emf"/><Relationship Id="rId1" Type="http://schemas.openxmlformats.org/officeDocument/2006/relationships/slideLayout" Target="../slideLayouts/slideLayout1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8.emf"/><Relationship Id="rId1" Type="http://schemas.openxmlformats.org/officeDocument/2006/relationships/slideLayout" Target="../slideLayouts/slideLayout1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emf"/><Relationship Id="rId1" Type="http://schemas.openxmlformats.org/officeDocument/2006/relationships/slideLayout" Target="../slideLayouts/slideLayout1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emf"/><Relationship Id="rId1" Type="http://schemas.openxmlformats.org/officeDocument/2006/relationships/slideLayout" Target="../slideLayouts/slideLayout1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emf"/><Relationship Id="rId1" Type="http://schemas.openxmlformats.org/officeDocument/2006/relationships/slideLayout" Target="../slideLayouts/slideLayout1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2.emf"/><Relationship Id="rId1" Type="http://schemas.openxmlformats.org/officeDocument/2006/relationships/slideLayout" Target="../slideLayouts/slideLayout1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3.emf"/><Relationship Id="rId1" Type="http://schemas.openxmlformats.org/officeDocument/2006/relationships/slideLayout" Target="../slideLayouts/slideLayout1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4.emf"/><Relationship Id="rId1" Type="http://schemas.openxmlformats.org/officeDocument/2006/relationships/slideLayout" Target="../slideLayouts/slideLayout1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5.emf"/><Relationship Id="rId1" Type="http://schemas.openxmlformats.org/officeDocument/2006/relationships/slideLayout" Target="../slideLayouts/slideLayout1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emf"/><Relationship Id="rId1" Type="http://schemas.openxmlformats.org/officeDocument/2006/relationships/slideLayout" Target="../slideLayouts/slideLayout1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7.emf"/><Relationship Id="rId1" Type="http://schemas.openxmlformats.org/officeDocument/2006/relationships/slideLayout" Target="../slideLayouts/slideLayout1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8.emf"/><Relationship Id="rId1" Type="http://schemas.openxmlformats.org/officeDocument/2006/relationships/slideLayout" Target="../slideLayouts/slideLayout1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9.emf"/><Relationship Id="rId1" Type="http://schemas.openxmlformats.org/officeDocument/2006/relationships/slideLayout" Target="../slideLayouts/slideLayout1.xml"/></Relationships>
</file>

<file path=ppt/slides/_rels/slide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emf"/><Relationship Id="rId1" Type="http://schemas.openxmlformats.org/officeDocument/2006/relationships/slideLayout" Target="../slideLayouts/slideLayout1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emf"/><Relationship Id="rId1" Type="http://schemas.openxmlformats.org/officeDocument/2006/relationships/slideLayout" Target="../slideLayouts/slideLayout1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2.emf"/><Relationship Id="rId1" Type="http://schemas.openxmlformats.org/officeDocument/2006/relationships/slideLayout" Target="../slideLayouts/slideLayout1.xml"/></Relationships>
</file>

<file path=ppt/slides/_rels/slide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3.emf"/><Relationship Id="rId1" Type="http://schemas.openxmlformats.org/officeDocument/2006/relationships/slideLayout" Target="../slideLayouts/slideLayout1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4.emf"/><Relationship Id="rId1" Type="http://schemas.openxmlformats.org/officeDocument/2006/relationships/slideLayout" Target="../slideLayouts/slideLayout1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5.emf"/><Relationship Id="rId1" Type="http://schemas.openxmlformats.org/officeDocument/2006/relationships/slideLayout" Target="../slideLayouts/slideLayout1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6.emf"/><Relationship Id="rId1" Type="http://schemas.openxmlformats.org/officeDocument/2006/relationships/slideLayout" Target="../slideLayouts/slideLayout1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emf"/><Relationship Id="rId1" Type="http://schemas.openxmlformats.org/officeDocument/2006/relationships/slideLayout" Target="../slideLayouts/slideLayout1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emf"/><Relationship Id="rId1" Type="http://schemas.openxmlformats.org/officeDocument/2006/relationships/slideLayout" Target="../slideLayouts/slideLayout1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9.emf"/><Relationship Id="rId1" Type="http://schemas.openxmlformats.org/officeDocument/2006/relationships/slideLayout" Target="../slideLayouts/slideLayout1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emf"/><Relationship Id="rId1" Type="http://schemas.openxmlformats.org/officeDocument/2006/relationships/slideLayout" Target="../slideLayouts/slideLayout1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emf"/><Relationship Id="rId1" Type="http://schemas.openxmlformats.org/officeDocument/2006/relationships/slideLayout" Target="../slideLayouts/slideLayout1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emf"/><Relationship Id="rId1" Type="http://schemas.openxmlformats.org/officeDocument/2006/relationships/slideLayout" Target="../slideLayouts/slideLayout1.xml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.emf"/><Relationship Id="rId1" Type="http://schemas.openxmlformats.org/officeDocument/2006/relationships/slideLayout" Target="../slideLayouts/slideLayout1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4.emf"/><Relationship Id="rId1" Type="http://schemas.openxmlformats.org/officeDocument/2006/relationships/slideLayout" Target="../slideLayouts/slideLayout1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5.emf"/><Relationship Id="rId1" Type="http://schemas.openxmlformats.org/officeDocument/2006/relationships/slideLayout" Target="../slideLayouts/slideLayout1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6.emf"/><Relationship Id="rId1" Type="http://schemas.openxmlformats.org/officeDocument/2006/relationships/slideLayout" Target="../slideLayouts/slideLayout1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7.emf"/><Relationship Id="rId1" Type="http://schemas.openxmlformats.org/officeDocument/2006/relationships/slideLayout" Target="../slideLayouts/slideLayout1.xml"/></Relationships>
</file>

<file path=ppt/slides/_rels/slide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8.emf"/><Relationship Id="rId1" Type="http://schemas.openxmlformats.org/officeDocument/2006/relationships/slideLayout" Target="../slideLayouts/slideLayout1.xml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9.emf"/><Relationship Id="rId1" Type="http://schemas.openxmlformats.org/officeDocument/2006/relationships/slideLayout" Target="../slideLayouts/slideLayout1.xml"/></Relationships>
</file>

<file path=ppt/slides/_rels/slide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emf"/><Relationship Id="rId1" Type="http://schemas.openxmlformats.org/officeDocument/2006/relationships/slideLayout" Target="../slideLayouts/slideLayout1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emf"/><Relationship Id="rId1" Type="http://schemas.openxmlformats.org/officeDocument/2006/relationships/slideLayout" Target="../slideLayouts/slideLayout1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2.emf"/><Relationship Id="rId1" Type="http://schemas.openxmlformats.org/officeDocument/2006/relationships/slideLayout" Target="../slideLayouts/slideLayout1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3.emf"/><Relationship Id="rId1" Type="http://schemas.openxmlformats.org/officeDocument/2006/relationships/slideLayout" Target="../slideLayouts/slideLayout1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4.emf"/><Relationship Id="rId1" Type="http://schemas.openxmlformats.org/officeDocument/2006/relationships/slideLayout" Target="../slideLayouts/slideLayout1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5.emf"/><Relationship Id="rId1" Type="http://schemas.openxmlformats.org/officeDocument/2006/relationships/slideLayout" Target="../slideLayouts/slideLayout1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6.emf"/><Relationship Id="rId1" Type="http://schemas.openxmlformats.org/officeDocument/2006/relationships/slideLayout" Target="../slideLayouts/slideLayout1.xml"/></Relationships>
</file>

<file path=ppt/slides/_rels/slide3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7.emf"/><Relationship Id="rId1" Type="http://schemas.openxmlformats.org/officeDocument/2006/relationships/slideLayout" Target="../slideLayouts/slideLayout1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8.emf"/><Relationship Id="rId1" Type="http://schemas.openxmlformats.org/officeDocument/2006/relationships/slideLayout" Target="../slideLayouts/slideLayout1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9.emf"/><Relationship Id="rId1" Type="http://schemas.openxmlformats.org/officeDocument/2006/relationships/slideLayout" Target="../slideLayouts/slideLayout1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emf"/><Relationship Id="rId1" Type="http://schemas.openxmlformats.org/officeDocument/2006/relationships/slideLayout" Target="../slideLayouts/slideLayout1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emf"/><Relationship Id="rId1" Type="http://schemas.openxmlformats.org/officeDocument/2006/relationships/slideLayout" Target="../slideLayouts/slideLayout1.xml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2.emf"/><Relationship Id="rId1" Type="http://schemas.openxmlformats.org/officeDocument/2006/relationships/slideLayout" Target="../slideLayouts/slideLayout1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3.emf"/><Relationship Id="rId1" Type="http://schemas.openxmlformats.org/officeDocument/2006/relationships/slideLayout" Target="../slideLayouts/slideLayout1.xml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4.emf"/><Relationship Id="rId1" Type="http://schemas.openxmlformats.org/officeDocument/2006/relationships/slideLayout" Target="../slideLayouts/slideLayout1.xml"/></Relationships>
</file>

<file path=ppt/slides/_rels/slide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5.emf"/><Relationship Id="rId1" Type="http://schemas.openxmlformats.org/officeDocument/2006/relationships/slideLayout" Target="../slideLayouts/slideLayout1.xml"/></Relationships>
</file>

<file path=ppt/slides/_rels/slide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6.emf"/><Relationship Id="rId1" Type="http://schemas.openxmlformats.org/officeDocument/2006/relationships/slideLayout" Target="../slideLayouts/slideLayout1.xml"/></Relationships>
</file>

<file path=ppt/slides/_rels/slide3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7.emf"/><Relationship Id="rId1" Type="http://schemas.openxmlformats.org/officeDocument/2006/relationships/slideLayout" Target="../slideLayouts/slideLayout1.xml"/></Relationships>
</file>

<file path=ppt/slides/_rels/slide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8.emf"/><Relationship Id="rId1" Type="http://schemas.openxmlformats.org/officeDocument/2006/relationships/slideLayout" Target="../slideLayouts/slideLayout1.xml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9.emf"/><Relationship Id="rId1" Type="http://schemas.openxmlformats.org/officeDocument/2006/relationships/slideLayout" Target="../slideLayouts/slideLayout1.xml"/></Relationships>
</file>

<file path=ppt/slides/_rels/slide3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emf"/><Relationship Id="rId1" Type="http://schemas.openxmlformats.org/officeDocument/2006/relationships/slideLayout" Target="../slideLayouts/slideLayout1.xml"/></Relationships>
</file>

<file path=ppt/slides/_rels/slide3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emf"/><Relationship Id="rId1" Type="http://schemas.openxmlformats.org/officeDocument/2006/relationships/slideLayout" Target="../slideLayouts/slideLayout1.xml"/></Relationships>
</file>

<file path=ppt/slides/_rels/slide3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2.emf"/><Relationship Id="rId1" Type="http://schemas.openxmlformats.org/officeDocument/2006/relationships/slideLayout" Target="../slideLayouts/slideLayout1.xml"/></Relationships>
</file>

<file path=ppt/slides/_rels/slide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3.emf"/><Relationship Id="rId1" Type="http://schemas.openxmlformats.org/officeDocument/2006/relationships/slideLayout" Target="../slideLayouts/slideLayout1.xml"/></Relationships>
</file>

<file path=ppt/slides/_rels/slide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4.emf"/><Relationship Id="rId1" Type="http://schemas.openxmlformats.org/officeDocument/2006/relationships/slideLayout" Target="../slideLayouts/slideLayout1.xml"/></Relationships>
</file>

<file path=ppt/slides/_rels/slide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emf"/><Relationship Id="rId1" Type="http://schemas.openxmlformats.org/officeDocument/2006/relationships/slideLayout" Target="../slideLayouts/slideLayout1.xml"/></Relationships>
</file>

<file path=ppt/slides/_rels/slide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6.emf"/><Relationship Id="rId1" Type="http://schemas.openxmlformats.org/officeDocument/2006/relationships/slideLayout" Target="../slideLayouts/slideLayout1.xml"/></Relationships>
</file>

<file path=ppt/slides/_rels/slide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7.emf"/><Relationship Id="rId1" Type="http://schemas.openxmlformats.org/officeDocument/2006/relationships/slideLayout" Target="../slideLayouts/slideLayout1.xml"/></Relationships>
</file>

<file path=ppt/slides/_rels/slide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8.emf"/><Relationship Id="rId1" Type="http://schemas.openxmlformats.org/officeDocument/2006/relationships/slideLayout" Target="../slideLayouts/slideLayout1.xml"/></Relationships>
</file>

<file path=ppt/slides/_rels/slide3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9.emf"/><Relationship Id="rId1" Type="http://schemas.openxmlformats.org/officeDocument/2006/relationships/slideLayout" Target="../slideLayouts/slideLayout1.xml"/></Relationships>
</file>

<file path=ppt/slides/_rels/slide3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emf"/><Relationship Id="rId1" Type="http://schemas.openxmlformats.org/officeDocument/2006/relationships/slideLayout" Target="../slideLayouts/slideLayout1.xml"/></Relationships>
</file>

<file path=ppt/slides/_rels/slide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.emf"/><Relationship Id="rId1" Type="http://schemas.openxmlformats.org/officeDocument/2006/relationships/slideLayout" Target="../slideLayouts/slideLayout1.xml"/></Relationships>
</file>

<file path=ppt/slides/_rels/slide3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2.emf"/><Relationship Id="rId1" Type="http://schemas.openxmlformats.org/officeDocument/2006/relationships/slideLayout" Target="../slideLayouts/slideLayout1.xml"/></Relationships>
</file>

<file path=ppt/slides/_rels/slide3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3.emf"/><Relationship Id="rId1" Type="http://schemas.openxmlformats.org/officeDocument/2006/relationships/slideLayout" Target="../slideLayouts/slideLayout1.xml"/></Relationships>
</file>

<file path=ppt/slides/_rels/slide3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4.emf"/><Relationship Id="rId1" Type="http://schemas.openxmlformats.org/officeDocument/2006/relationships/slideLayout" Target="../slideLayouts/slideLayout1.xml"/></Relationships>
</file>

<file path=ppt/slides/_rels/slide3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5.emf"/><Relationship Id="rId1" Type="http://schemas.openxmlformats.org/officeDocument/2006/relationships/slideLayout" Target="../slideLayouts/slideLayout1.xml"/></Relationships>
</file>

<file path=ppt/slides/_rels/slide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emf"/><Relationship Id="rId1" Type="http://schemas.openxmlformats.org/officeDocument/2006/relationships/slideLayout" Target="../slideLayouts/slideLayout1.xml"/></Relationships>
</file>

<file path=ppt/slides/_rels/slide3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emf"/><Relationship Id="rId1" Type="http://schemas.openxmlformats.org/officeDocument/2006/relationships/slideLayout" Target="../slideLayouts/slideLayout1.xml"/></Relationships>
</file>

<file path=ppt/slides/_rels/slide3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emf"/><Relationship Id="rId1" Type="http://schemas.openxmlformats.org/officeDocument/2006/relationships/slideLayout" Target="../slideLayouts/slideLayout1.xml"/></Relationships>
</file>

<file path=ppt/slides/_rels/slide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9.emf"/><Relationship Id="rId1" Type="http://schemas.openxmlformats.org/officeDocument/2006/relationships/slideLayout" Target="../slideLayouts/slideLayout1.xml"/></Relationships>
</file>

<file path=ppt/slides/_rels/slide3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emf"/><Relationship Id="rId1" Type="http://schemas.openxmlformats.org/officeDocument/2006/relationships/slideLayout" Target="../slideLayouts/slideLayout1.xml"/></Relationships>
</file>

<file path=ppt/slides/_rels/slide3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.emf"/><Relationship Id="rId1" Type="http://schemas.openxmlformats.org/officeDocument/2006/relationships/slideLayout" Target="../slideLayouts/slideLayout1.xml"/></Relationships>
</file>

<file path=ppt/slides/_rels/slide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emf"/><Relationship Id="rId1" Type="http://schemas.openxmlformats.org/officeDocument/2006/relationships/slideLayout" Target="../slideLayouts/slideLayout1.xml"/></Relationships>
</file>

<file path=ppt/slides/_rels/slide3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3.emf"/><Relationship Id="rId1" Type="http://schemas.openxmlformats.org/officeDocument/2006/relationships/slideLayout" Target="../slideLayouts/slideLayout1.xml"/></Relationships>
</file>

<file path=ppt/slides/_rels/slide3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4.emf"/><Relationship Id="rId1" Type="http://schemas.openxmlformats.org/officeDocument/2006/relationships/slideLayout" Target="../slideLayouts/slideLayout1.xml"/></Relationships>
</file>

<file path=ppt/slides/_rels/slide3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.emf"/><Relationship Id="rId1" Type="http://schemas.openxmlformats.org/officeDocument/2006/relationships/slideLayout" Target="../slideLayouts/slideLayout1.xml"/></Relationships>
</file>

<file path=ppt/slides/_rels/slide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emf"/><Relationship Id="rId1" Type="http://schemas.openxmlformats.org/officeDocument/2006/relationships/slideLayout" Target="../slideLayouts/slideLayout1.xml"/></Relationships>
</file>

<file path=ppt/slides/_rels/slide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7.emf"/><Relationship Id="rId1" Type="http://schemas.openxmlformats.org/officeDocument/2006/relationships/slideLayout" Target="../slideLayouts/slideLayout1.xml"/></Relationships>
</file>

<file path=ppt/slides/_rels/slide3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8.emf"/><Relationship Id="rId1" Type="http://schemas.openxmlformats.org/officeDocument/2006/relationships/slideLayout" Target="../slideLayouts/slideLayout1.xml"/></Relationships>
</file>

<file path=ppt/slides/_rels/slide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9.emf"/><Relationship Id="rId1" Type="http://schemas.openxmlformats.org/officeDocument/2006/relationships/slideLayout" Target="../slideLayouts/slideLayout1.xml"/></Relationships>
</file>

<file path=ppt/slides/_rels/slide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emf"/><Relationship Id="rId1" Type="http://schemas.openxmlformats.org/officeDocument/2006/relationships/slideLayout" Target="../slideLayouts/slideLayout1.xml"/></Relationships>
</file>

<file path=ppt/slides/_rels/slide4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emf"/><Relationship Id="rId1" Type="http://schemas.openxmlformats.org/officeDocument/2006/relationships/slideLayout" Target="../slideLayouts/slideLayout1.xml"/></Relationships>
</file>

<file path=ppt/slides/_rels/slide4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2.emf"/><Relationship Id="rId1" Type="http://schemas.openxmlformats.org/officeDocument/2006/relationships/slideLayout" Target="../slideLayouts/slideLayout1.xml"/></Relationships>
</file>

<file path=ppt/slides/_rels/slide4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3.emf"/><Relationship Id="rId1" Type="http://schemas.openxmlformats.org/officeDocument/2006/relationships/slideLayout" Target="../slideLayouts/slideLayout1.xml"/></Relationships>
</file>

<file path=ppt/slides/_rels/slide4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4.emf"/><Relationship Id="rId1" Type="http://schemas.openxmlformats.org/officeDocument/2006/relationships/slideLayout" Target="../slideLayouts/slideLayout1.xml"/></Relationships>
</file>

<file path=ppt/slides/_rels/slide4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5.emf"/><Relationship Id="rId1" Type="http://schemas.openxmlformats.org/officeDocument/2006/relationships/slideLayout" Target="../slideLayouts/slideLayout1.xml"/></Relationships>
</file>

<file path=ppt/slides/_rels/slide4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6.emf"/><Relationship Id="rId1" Type="http://schemas.openxmlformats.org/officeDocument/2006/relationships/slideLayout" Target="../slideLayouts/slideLayout1.xml"/></Relationships>
</file>

<file path=ppt/slides/_rels/slide4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7.emf"/><Relationship Id="rId1" Type="http://schemas.openxmlformats.org/officeDocument/2006/relationships/slideLayout" Target="../slideLayouts/slideLayout1.xml"/></Relationships>
</file>

<file path=ppt/slides/_rels/slide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8.emf"/><Relationship Id="rId1" Type="http://schemas.openxmlformats.org/officeDocument/2006/relationships/slideLayout" Target="../slideLayouts/slideLayout1.xml"/></Relationships>
</file>

<file path=ppt/slides/_rels/slide4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9.emf"/><Relationship Id="rId1" Type="http://schemas.openxmlformats.org/officeDocument/2006/relationships/slideLayout" Target="../slideLayouts/slideLayout1.xml"/></Relationships>
</file>

<file path=ppt/slides/_rels/slide4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emf"/><Relationship Id="rId1" Type="http://schemas.openxmlformats.org/officeDocument/2006/relationships/slideLayout" Target="../slideLayouts/slideLayout1.xml"/></Relationships>
</file>

<file path=ppt/slides/_rels/slide4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emf"/><Relationship Id="rId1" Type="http://schemas.openxmlformats.org/officeDocument/2006/relationships/slideLayout" Target="../slideLayouts/slideLayout1.xml"/></Relationships>
</file>

<file path=ppt/slides/_rels/slide4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2.emf"/><Relationship Id="rId1" Type="http://schemas.openxmlformats.org/officeDocument/2006/relationships/slideLayout" Target="../slideLayouts/slideLayout1.xml"/></Relationships>
</file>

<file path=ppt/slides/_rels/slide4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3.emf"/><Relationship Id="rId1" Type="http://schemas.openxmlformats.org/officeDocument/2006/relationships/slideLayout" Target="../slideLayouts/slideLayout1.xml"/></Relationships>
</file>

<file path=ppt/slides/_rels/slide4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4.emf"/><Relationship Id="rId1" Type="http://schemas.openxmlformats.org/officeDocument/2006/relationships/slideLayout" Target="../slideLayouts/slideLayout1.xml"/></Relationships>
</file>

<file path=ppt/slides/_rels/slide4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emf"/><Relationship Id="rId1" Type="http://schemas.openxmlformats.org/officeDocument/2006/relationships/slideLayout" Target="../slideLayouts/slideLayout1.xml"/></Relationships>
</file>

<file path=ppt/slides/_rels/slide4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6.emf"/><Relationship Id="rId1" Type="http://schemas.openxmlformats.org/officeDocument/2006/relationships/slideLayout" Target="../slideLayouts/slideLayout1.xml"/></Relationships>
</file>

<file path=ppt/slides/_rels/slide4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7.emf"/><Relationship Id="rId1" Type="http://schemas.openxmlformats.org/officeDocument/2006/relationships/slideLayout" Target="../slideLayouts/slideLayout1.xml"/></Relationships>
</file>

<file path=ppt/slides/_rels/slide4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8.emf"/><Relationship Id="rId1" Type="http://schemas.openxmlformats.org/officeDocument/2006/relationships/slideLayout" Target="../slideLayouts/slideLayout1.xml"/></Relationships>
</file>

<file path=ppt/slides/_rels/slide4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9.emf"/><Relationship Id="rId1" Type="http://schemas.openxmlformats.org/officeDocument/2006/relationships/slideLayout" Target="../slideLayouts/slideLayout1.xml"/></Relationships>
</file>

<file path=ppt/slides/_rels/slide4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emf"/><Relationship Id="rId1" Type="http://schemas.openxmlformats.org/officeDocument/2006/relationships/slideLayout" Target="../slideLayouts/slideLayout1.xml"/></Relationships>
</file>

<file path=ppt/slides/_rels/slide4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1.emf"/><Relationship Id="rId1" Type="http://schemas.openxmlformats.org/officeDocument/2006/relationships/slideLayout" Target="../slideLayouts/slideLayout1.xml"/></Relationships>
</file>

<file path=ppt/slides/_rels/slide4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2.emf"/><Relationship Id="rId1" Type="http://schemas.openxmlformats.org/officeDocument/2006/relationships/slideLayout" Target="../slideLayouts/slideLayout1.xml"/></Relationships>
</file>

<file path=ppt/slides/_rels/slide4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3.emf"/><Relationship Id="rId1" Type="http://schemas.openxmlformats.org/officeDocument/2006/relationships/slideLayout" Target="../slideLayouts/slideLayout1.xml"/></Relationships>
</file>

<file path=ppt/slides/_rels/slide4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4.emf"/><Relationship Id="rId1" Type="http://schemas.openxmlformats.org/officeDocument/2006/relationships/slideLayout" Target="../slideLayouts/slideLayout1.xml"/></Relationships>
</file>

<file path=ppt/slides/_rels/slide4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5.emf"/><Relationship Id="rId1" Type="http://schemas.openxmlformats.org/officeDocument/2006/relationships/slideLayout" Target="../slideLayouts/slideLayout1.xml"/></Relationships>
</file>

<file path=ppt/slides/_rels/slide4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6.emf"/><Relationship Id="rId1" Type="http://schemas.openxmlformats.org/officeDocument/2006/relationships/slideLayout" Target="../slideLayouts/slideLayout1.xml"/></Relationships>
</file>

<file path=ppt/slides/_rels/slide4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7.emf"/><Relationship Id="rId1" Type="http://schemas.openxmlformats.org/officeDocument/2006/relationships/slideLayout" Target="../slideLayouts/slideLayout1.xml"/></Relationships>
</file>

<file path=ppt/slides/_rels/slide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8.emf"/><Relationship Id="rId1" Type="http://schemas.openxmlformats.org/officeDocument/2006/relationships/slideLayout" Target="../slideLayouts/slideLayout1.xml"/></Relationships>
</file>

<file path=ppt/slides/_rels/slide4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9.emf"/><Relationship Id="rId1" Type="http://schemas.openxmlformats.org/officeDocument/2006/relationships/slideLayout" Target="../slideLayouts/slideLayout1.xml"/></Relationships>
</file>

<file path=ppt/slides/_rels/slide4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emf"/><Relationship Id="rId1" Type="http://schemas.openxmlformats.org/officeDocument/2006/relationships/slideLayout" Target="../slideLayouts/slideLayout1.xml"/></Relationships>
</file>

<file path=ppt/slides/_rels/slide4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emf"/><Relationship Id="rId1" Type="http://schemas.openxmlformats.org/officeDocument/2006/relationships/slideLayout" Target="../slideLayouts/slideLayout1.xml"/></Relationships>
</file>

<file path=ppt/slides/_rels/slide4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.emf"/><Relationship Id="rId1" Type="http://schemas.openxmlformats.org/officeDocument/2006/relationships/slideLayout" Target="../slideLayouts/slideLayout1.xml"/></Relationships>
</file>

<file path=ppt/slides/_rels/slide4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3.emf"/><Relationship Id="rId1" Type="http://schemas.openxmlformats.org/officeDocument/2006/relationships/slideLayout" Target="../slideLayouts/slideLayout1.xml"/></Relationships>
</file>

<file path=ppt/slides/_rels/slide4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4.emf"/><Relationship Id="rId1" Type="http://schemas.openxmlformats.org/officeDocument/2006/relationships/slideLayout" Target="../slideLayouts/slideLayout1.xml"/></Relationships>
</file>

<file path=ppt/slides/_rels/slide4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5.emf"/><Relationship Id="rId1" Type="http://schemas.openxmlformats.org/officeDocument/2006/relationships/slideLayout" Target="../slideLayouts/slideLayout1.xml"/></Relationships>
</file>

<file path=ppt/slides/_rels/slide4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6.emf"/><Relationship Id="rId1" Type="http://schemas.openxmlformats.org/officeDocument/2006/relationships/slideLayout" Target="../slideLayouts/slideLayout1.xml"/></Relationships>
</file>

<file path=ppt/slides/_rels/slide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7.emf"/><Relationship Id="rId1" Type="http://schemas.openxmlformats.org/officeDocument/2006/relationships/slideLayout" Target="../slideLayouts/slideLayout1.xml"/></Relationships>
</file>

<file path=ppt/slides/_rels/slide4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8.emf"/><Relationship Id="rId1" Type="http://schemas.openxmlformats.org/officeDocument/2006/relationships/slideLayout" Target="../slideLayouts/slideLayout1.xml"/></Relationships>
</file>

<file path=ppt/slides/_rels/slide4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9.emf"/><Relationship Id="rId1" Type="http://schemas.openxmlformats.org/officeDocument/2006/relationships/slideLayout" Target="../slideLayouts/slideLayout1.xml"/></Relationships>
</file>

<file path=ppt/slides/_rels/slide4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emf"/><Relationship Id="rId1" Type="http://schemas.openxmlformats.org/officeDocument/2006/relationships/slideLayout" Target="../slideLayouts/slideLayout1.xml"/></Relationships>
</file>

<file path=ppt/slides/_rels/slide4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emf"/><Relationship Id="rId1" Type="http://schemas.openxmlformats.org/officeDocument/2006/relationships/slideLayout" Target="../slideLayouts/slideLayout1.xml"/></Relationships>
</file>

<file path=ppt/slides/_rels/slide4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2.emf"/><Relationship Id="rId1" Type="http://schemas.openxmlformats.org/officeDocument/2006/relationships/slideLayout" Target="../slideLayouts/slideLayout1.xml"/></Relationships>
</file>

<file path=ppt/slides/_rels/slide4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3.emf"/><Relationship Id="rId1" Type="http://schemas.openxmlformats.org/officeDocument/2006/relationships/slideLayout" Target="../slideLayouts/slideLayout1.xml"/></Relationships>
</file>

<file path=ppt/slides/_rels/slide4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4.emf"/><Relationship Id="rId1" Type="http://schemas.openxmlformats.org/officeDocument/2006/relationships/slideLayout" Target="../slideLayouts/slideLayout1.xml"/></Relationships>
</file>

<file path=ppt/slides/_rels/slide4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5.emf"/><Relationship Id="rId1" Type="http://schemas.openxmlformats.org/officeDocument/2006/relationships/slideLayout" Target="../slideLayouts/slideLayout1.xml"/></Relationships>
</file>

<file path=ppt/slides/_rels/slide4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emf"/><Relationship Id="rId1" Type="http://schemas.openxmlformats.org/officeDocument/2006/relationships/slideLayout" Target="../slideLayouts/slideLayout1.xml"/></Relationships>
</file>

<file path=ppt/slides/_rels/slide4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7.emf"/><Relationship Id="rId1" Type="http://schemas.openxmlformats.org/officeDocument/2006/relationships/slideLayout" Target="../slideLayouts/slideLayout1.xml"/></Relationships>
</file>

<file path=ppt/slides/_rels/slide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8.emf"/><Relationship Id="rId1" Type="http://schemas.openxmlformats.org/officeDocument/2006/relationships/slideLayout" Target="../slideLayouts/slideLayout1.xml"/></Relationships>
</file>

<file path=ppt/slides/_rels/slide4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emf"/><Relationship Id="rId1" Type="http://schemas.openxmlformats.org/officeDocument/2006/relationships/slideLayout" Target="../slideLayouts/slideLayout1.xml"/></Relationships>
</file>

<file path=ppt/slides/_rels/slide4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emf"/><Relationship Id="rId1" Type="http://schemas.openxmlformats.org/officeDocument/2006/relationships/slideLayout" Target="../slideLayouts/slideLayout1.xml"/></Relationships>
</file>

<file path=ppt/slides/_rels/slide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emf"/><Relationship Id="rId1" Type="http://schemas.openxmlformats.org/officeDocument/2006/relationships/slideLayout" Target="../slideLayouts/slideLayout1.xml"/></Relationships>
</file>

<file path=ppt/slides/_rels/slide4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emf"/><Relationship Id="rId1" Type="http://schemas.openxmlformats.org/officeDocument/2006/relationships/slideLayout" Target="../slideLayouts/slideLayout1.xml"/></Relationships>
</file>

<file path=ppt/slides/_rels/slide4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3.emf"/><Relationship Id="rId1" Type="http://schemas.openxmlformats.org/officeDocument/2006/relationships/slideLayout" Target="../slideLayouts/slideLayout1.xml"/></Relationships>
</file>

<file path=ppt/slides/_rels/slide4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4.emf"/><Relationship Id="rId1" Type="http://schemas.openxmlformats.org/officeDocument/2006/relationships/slideLayout" Target="../slideLayouts/slideLayout1.xml"/></Relationships>
</file>

<file path=ppt/slides/_rels/slide4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5.emf"/><Relationship Id="rId1" Type="http://schemas.openxmlformats.org/officeDocument/2006/relationships/slideLayout" Target="../slideLayouts/slideLayout1.xml"/></Relationships>
</file>

<file path=ppt/slides/_rels/slide4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6.emf"/><Relationship Id="rId1" Type="http://schemas.openxmlformats.org/officeDocument/2006/relationships/slideLayout" Target="../slideLayouts/slideLayout1.xml"/></Relationships>
</file>

<file path=ppt/slides/_rels/slide4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7.emf"/><Relationship Id="rId1" Type="http://schemas.openxmlformats.org/officeDocument/2006/relationships/slideLayout" Target="../slideLayouts/slideLayout1.xml"/></Relationships>
</file>

<file path=ppt/slides/_rels/slide4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8.emf"/><Relationship Id="rId1" Type="http://schemas.openxmlformats.org/officeDocument/2006/relationships/slideLayout" Target="../slideLayouts/slideLayout1.xml"/></Relationships>
</file>

<file path=ppt/slides/_rels/slide4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9.emf"/><Relationship Id="rId1" Type="http://schemas.openxmlformats.org/officeDocument/2006/relationships/slideLayout" Target="../slideLayouts/slideLayout1.xml"/></Relationships>
</file>

<file path=ppt/slides/_rels/slide4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emf"/><Relationship Id="rId1" Type="http://schemas.openxmlformats.org/officeDocument/2006/relationships/slideLayout" Target="../slideLayouts/slideLayout1.xml"/></Relationships>
</file>

<file path=ppt/slides/_rels/slide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emf"/><Relationship Id="rId1" Type="http://schemas.openxmlformats.org/officeDocument/2006/relationships/slideLayout" Target="../slideLayouts/slideLayout1.xml"/></Relationships>
</file>

<file path=ppt/slides/_rels/slide4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2.emf"/><Relationship Id="rId1" Type="http://schemas.openxmlformats.org/officeDocument/2006/relationships/slideLayout" Target="../slideLayouts/slideLayout1.xml"/></Relationships>
</file>

<file path=ppt/slides/_rels/slide4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3.emf"/><Relationship Id="rId1" Type="http://schemas.openxmlformats.org/officeDocument/2006/relationships/slideLayout" Target="../slideLayouts/slideLayout1.xml"/></Relationships>
</file>

<file path=ppt/slides/_rels/slide4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4.emf"/><Relationship Id="rId1" Type="http://schemas.openxmlformats.org/officeDocument/2006/relationships/slideLayout" Target="../slideLayouts/slideLayout1.xml"/></Relationships>
</file>

<file path=ppt/slides/_rels/slide4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5.emf"/><Relationship Id="rId1" Type="http://schemas.openxmlformats.org/officeDocument/2006/relationships/slideLayout" Target="../slideLayouts/slideLayout1.xml"/></Relationships>
</file>

<file path=ppt/slides/_rels/slide4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6.emf"/><Relationship Id="rId1" Type="http://schemas.openxmlformats.org/officeDocument/2006/relationships/slideLayout" Target="../slideLayouts/slideLayout1.xml"/></Relationships>
</file>

<file path=ppt/slides/_rels/slide4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7.emf"/><Relationship Id="rId1" Type="http://schemas.openxmlformats.org/officeDocument/2006/relationships/slideLayout" Target="../slideLayouts/slideLayout1.xml"/></Relationships>
</file>

<file path=ppt/slides/_rels/slide4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8.emf"/><Relationship Id="rId1" Type="http://schemas.openxmlformats.org/officeDocument/2006/relationships/slideLayout" Target="../slideLayouts/slideLayout1.xml"/></Relationships>
</file>

<file path=ppt/slides/_rels/slide4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9.emf"/><Relationship Id="rId1" Type="http://schemas.openxmlformats.org/officeDocument/2006/relationships/slideLayout" Target="../slideLayouts/slideLayout1.xml"/></Relationships>
</file>

<file path=ppt/slides/_rels/slide4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emf"/><Relationship Id="rId1" Type="http://schemas.openxmlformats.org/officeDocument/2006/relationships/slideLayout" Target="../slideLayouts/slideLayout1.xml"/></Relationships>
</file>

<file path=ppt/slides/_rels/slide4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1.emf"/><Relationship Id="rId1" Type="http://schemas.openxmlformats.org/officeDocument/2006/relationships/slideLayout" Target="../slideLayouts/slideLayout1.xml"/></Relationships>
</file>

<file path=ppt/slides/_rels/slide4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2.emf"/><Relationship Id="rId1" Type="http://schemas.openxmlformats.org/officeDocument/2006/relationships/slideLayout" Target="../slideLayouts/slideLayout1.xml"/></Relationships>
</file>

<file path=ppt/slides/_rels/slide4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3.emf"/><Relationship Id="rId1" Type="http://schemas.openxmlformats.org/officeDocument/2006/relationships/slideLayout" Target="../slideLayouts/slideLayout1.xml"/></Relationships>
</file>

<file path=ppt/slides/_rels/slide4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4.emf"/><Relationship Id="rId1" Type="http://schemas.openxmlformats.org/officeDocument/2006/relationships/slideLayout" Target="../slideLayouts/slideLayout1.xml"/></Relationships>
</file>

<file path=ppt/slides/_rels/slide4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5.emf"/><Relationship Id="rId1" Type="http://schemas.openxmlformats.org/officeDocument/2006/relationships/slideLayout" Target="../slideLayouts/slideLayout1.xml"/></Relationships>
</file>

<file path=ppt/slides/_rels/slide4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6.emf"/><Relationship Id="rId1" Type="http://schemas.openxmlformats.org/officeDocument/2006/relationships/slideLayout" Target="../slideLayouts/slideLayout1.xml"/></Relationships>
</file>

<file path=ppt/slides/_rels/slide4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7.emf"/><Relationship Id="rId1" Type="http://schemas.openxmlformats.org/officeDocument/2006/relationships/slideLayout" Target="../slideLayouts/slideLayout1.xml"/></Relationships>
</file>

<file path=ppt/slides/_rels/slide4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8.emf"/><Relationship Id="rId1" Type="http://schemas.openxmlformats.org/officeDocument/2006/relationships/slideLayout" Target="../slideLayouts/slideLayout1.xml"/></Relationships>
</file>

<file path=ppt/slides/_rels/slide4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9.emf"/><Relationship Id="rId1" Type="http://schemas.openxmlformats.org/officeDocument/2006/relationships/slideLayout" Target="../slideLayouts/slideLayout1.xml"/></Relationships>
</file>

<file path=ppt/slides/_rels/slide4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emf"/><Relationship Id="rId1" Type="http://schemas.openxmlformats.org/officeDocument/2006/relationships/slideLayout" Target="../slideLayouts/slideLayout1.xml"/></Relationships>
</file>

<file path=ppt/slides/_rels/slide4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1.emf"/><Relationship Id="rId1" Type="http://schemas.openxmlformats.org/officeDocument/2006/relationships/slideLayout" Target="../slideLayouts/slideLayout1.xml"/></Relationships>
</file>

<file path=ppt/slides/_rels/slide4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2.emf"/><Relationship Id="rId1" Type="http://schemas.openxmlformats.org/officeDocument/2006/relationships/slideLayout" Target="../slideLayouts/slideLayout1.xml"/></Relationships>
</file>

<file path=ppt/slides/_rels/slide4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3.emf"/><Relationship Id="rId1" Type="http://schemas.openxmlformats.org/officeDocument/2006/relationships/slideLayout" Target="../slideLayouts/slideLayout1.xml"/></Relationships>
</file>

<file path=ppt/slides/_rels/slide4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4.emf"/><Relationship Id="rId1" Type="http://schemas.openxmlformats.org/officeDocument/2006/relationships/slideLayout" Target="../slideLayouts/slideLayout1.xml"/></Relationships>
</file>

<file path=ppt/slides/_rels/slide4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5.emf"/><Relationship Id="rId1" Type="http://schemas.openxmlformats.org/officeDocument/2006/relationships/slideLayout" Target="../slideLayouts/slideLayout1.xml"/></Relationships>
</file>

<file path=ppt/slides/_rels/slide4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6.emf"/><Relationship Id="rId1" Type="http://schemas.openxmlformats.org/officeDocument/2006/relationships/slideLayout" Target="../slideLayouts/slideLayout1.xml"/></Relationships>
</file>

<file path=ppt/slides/_rels/slide4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7.emf"/><Relationship Id="rId1" Type="http://schemas.openxmlformats.org/officeDocument/2006/relationships/slideLayout" Target="../slideLayouts/slideLayout1.xml"/></Relationships>
</file>

<file path=ppt/slides/_rels/slide4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8.emf"/><Relationship Id="rId1" Type="http://schemas.openxmlformats.org/officeDocument/2006/relationships/slideLayout" Target="../slideLayouts/slideLayout1.xml"/></Relationships>
</file>

<file path=ppt/slides/_rels/slide4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9.emf"/><Relationship Id="rId1" Type="http://schemas.openxmlformats.org/officeDocument/2006/relationships/slideLayout" Target="../slideLayouts/slideLayout1.xml"/></Relationships>
</file>

<file path=ppt/slides/_rels/slide4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emf"/><Relationship Id="rId1" Type="http://schemas.openxmlformats.org/officeDocument/2006/relationships/slideLayout" Target="../slideLayouts/slideLayout1.xml"/></Relationships>
</file>

<file path=ppt/slides/_rels/slide4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emf"/><Relationship Id="rId1" Type="http://schemas.openxmlformats.org/officeDocument/2006/relationships/slideLayout" Target="../slideLayouts/slideLayout1.xml"/></Relationships>
</file>

<file path=ppt/slides/_rels/slide4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emf"/><Relationship Id="rId1" Type="http://schemas.openxmlformats.org/officeDocument/2006/relationships/slideLayout" Target="../slideLayouts/slideLayout1.xml"/></Relationships>
</file>

<file path=ppt/slides/_rels/slide4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3.emf"/><Relationship Id="rId1" Type="http://schemas.openxmlformats.org/officeDocument/2006/relationships/slideLayout" Target="../slideLayouts/slideLayout1.xml"/></Relationships>
</file>

<file path=ppt/slides/_rels/slide4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emf"/><Relationship Id="rId1" Type="http://schemas.openxmlformats.org/officeDocument/2006/relationships/slideLayout" Target="../slideLayouts/slideLayout1.xml"/></Relationships>
</file>

<file path=ppt/slides/_rels/slide4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emf"/><Relationship Id="rId1" Type="http://schemas.openxmlformats.org/officeDocument/2006/relationships/slideLayout" Target="../slideLayouts/slideLayout1.xml"/></Relationships>
</file>

<file path=ppt/slides/_rels/slide4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6.emf"/><Relationship Id="rId1" Type="http://schemas.openxmlformats.org/officeDocument/2006/relationships/slideLayout" Target="../slideLayouts/slideLayout1.xml"/></Relationships>
</file>

<file path=ppt/slides/_rels/slide4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7.emf"/><Relationship Id="rId1" Type="http://schemas.openxmlformats.org/officeDocument/2006/relationships/slideLayout" Target="../slideLayouts/slideLayout1.xml"/></Relationships>
</file>

<file path=ppt/slides/_rels/slide4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8.emf"/><Relationship Id="rId1" Type="http://schemas.openxmlformats.org/officeDocument/2006/relationships/slideLayout" Target="../slideLayouts/slideLayout1.xml"/></Relationships>
</file>

<file path=ppt/slides/_rels/slide5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9.emf"/><Relationship Id="rId1" Type="http://schemas.openxmlformats.org/officeDocument/2006/relationships/slideLayout" Target="../slideLayouts/slideLayout1.xml"/></Relationships>
</file>

<file path=ppt/slides/_rels/slide5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emf"/><Relationship Id="rId1" Type="http://schemas.openxmlformats.org/officeDocument/2006/relationships/slideLayout" Target="../slideLayouts/slideLayout1.xml"/></Relationships>
</file>

<file path=ppt/slides/_rels/slide5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1.emf"/><Relationship Id="rId1" Type="http://schemas.openxmlformats.org/officeDocument/2006/relationships/slideLayout" Target="../slideLayouts/slideLayout1.xml"/></Relationships>
</file>

<file path=ppt/slides/_rels/slide5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2.emf"/><Relationship Id="rId1" Type="http://schemas.openxmlformats.org/officeDocument/2006/relationships/slideLayout" Target="../slideLayouts/slideLayout1.xml"/></Relationships>
</file>

<file path=ppt/slides/_rels/slide5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3.emf"/><Relationship Id="rId1" Type="http://schemas.openxmlformats.org/officeDocument/2006/relationships/slideLayout" Target="../slideLayouts/slideLayout1.xml"/></Relationships>
</file>

<file path=ppt/slides/_rels/slide5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4.emf"/><Relationship Id="rId1" Type="http://schemas.openxmlformats.org/officeDocument/2006/relationships/slideLayout" Target="../slideLayouts/slideLayout1.xml"/></Relationships>
</file>

<file path=ppt/slides/_rels/slide5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5.emf"/><Relationship Id="rId1" Type="http://schemas.openxmlformats.org/officeDocument/2006/relationships/slideLayout" Target="../slideLayouts/slideLayout1.xml"/></Relationships>
</file>

<file path=ppt/slides/_rels/slide5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6.emf"/><Relationship Id="rId1" Type="http://schemas.openxmlformats.org/officeDocument/2006/relationships/slideLayout" Target="../slideLayouts/slideLayout1.xml"/></Relationships>
</file>

<file path=ppt/slides/_rels/slide5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7.emf"/><Relationship Id="rId1" Type="http://schemas.openxmlformats.org/officeDocument/2006/relationships/slideLayout" Target="../slideLayouts/slideLayout1.xml"/></Relationships>
</file>

<file path=ppt/slides/_rels/slide5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8.emf"/><Relationship Id="rId1" Type="http://schemas.openxmlformats.org/officeDocument/2006/relationships/slideLayout" Target="../slideLayouts/slideLayout1.xml"/></Relationships>
</file>

<file path=ppt/slides/_rels/slide5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9.emf"/><Relationship Id="rId1" Type="http://schemas.openxmlformats.org/officeDocument/2006/relationships/slideLayout" Target="../slideLayouts/slideLayout1.xml"/></Relationships>
</file>

<file path=ppt/slides/_rels/slide5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emf"/><Relationship Id="rId1" Type="http://schemas.openxmlformats.org/officeDocument/2006/relationships/slideLayout" Target="../slideLayouts/slideLayout1.xml"/></Relationships>
</file>

<file path=ppt/slides/_rels/slide5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emf"/><Relationship Id="rId1" Type="http://schemas.openxmlformats.org/officeDocument/2006/relationships/slideLayout" Target="../slideLayouts/slideLayout1.xml"/></Relationships>
</file>

<file path=ppt/slides/_rels/slide5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emf"/><Relationship Id="rId1" Type="http://schemas.openxmlformats.org/officeDocument/2006/relationships/slideLayout" Target="../slideLayouts/slideLayout1.xml"/></Relationships>
</file>

<file path=ppt/slides/_rels/slide5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.emf"/><Relationship Id="rId1" Type="http://schemas.openxmlformats.org/officeDocument/2006/relationships/slideLayout" Target="../slideLayouts/slideLayout1.xml"/></Relationships>
</file>

<file path=ppt/slides/_rels/slide5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4.emf"/><Relationship Id="rId1" Type="http://schemas.openxmlformats.org/officeDocument/2006/relationships/slideLayout" Target="../slideLayouts/slideLayout1.xml"/></Relationships>
</file>

<file path=ppt/slides/_rels/slide5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5.emf"/><Relationship Id="rId1" Type="http://schemas.openxmlformats.org/officeDocument/2006/relationships/slideLayout" Target="../slideLayouts/slideLayout1.xml"/></Relationships>
</file>

<file path=ppt/slides/_rels/slide5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6.emf"/><Relationship Id="rId1" Type="http://schemas.openxmlformats.org/officeDocument/2006/relationships/slideLayout" Target="../slideLayouts/slideLayout1.xml"/></Relationships>
</file>

<file path=ppt/slides/_rels/slide5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7.emf"/><Relationship Id="rId1" Type="http://schemas.openxmlformats.org/officeDocument/2006/relationships/slideLayout" Target="../slideLayouts/slideLayout1.xml"/></Relationships>
</file>

<file path=ppt/slides/_rels/slide5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8.emf"/><Relationship Id="rId1" Type="http://schemas.openxmlformats.org/officeDocument/2006/relationships/slideLayout" Target="../slideLayouts/slideLayout1.xml"/></Relationships>
</file>

<file path=ppt/slides/_rels/slide5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9.emf"/><Relationship Id="rId1" Type="http://schemas.openxmlformats.org/officeDocument/2006/relationships/slideLayout" Target="../slideLayouts/slideLayout1.xml"/></Relationships>
</file>

<file path=ppt/slides/_rels/slide5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emf"/><Relationship Id="rId1" Type="http://schemas.openxmlformats.org/officeDocument/2006/relationships/slideLayout" Target="../slideLayouts/slideLayout1.xml"/></Relationships>
</file>

<file path=ppt/slides/_rels/slide5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1.emf"/><Relationship Id="rId1" Type="http://schemas.openxmlformats.org/officeDocument/2006/relationships/slideLayout" Target="../slideLayouts/slideLayout1.xml"/></Relationships>
</file>

<file path=ppt/slides/_rels/slide5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2.emf"/><Relationship Id="rId1" Type="http://schemas.openxmlformats.org/officeDocument/2006/relationships/slideLayout" Target="../slideLayouts/slideLayout1.xml"/></Relationships>
</file>

<file path=ppt/slides/_rels/slide5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3.emf"/><Relationship Id="rId1" Type="http://schemas.openxmlformats.org/officeDocument/2006/relationships/slideLayout" Target="../slideLayouts/slideLayout1.xml"/></Relationships>
</file>

<file path=ppt/slides/_rels/slide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4.emf"/><Relationship Id="rId1" Type="http://schemas.openxmlformats.org/officeDocument/2006/relationships/slideLayout" Target="../slideLayouts/slideLayout1.xml"/></Relationships>
</file>

<file path=ppt/slides/_rels/slide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5.emf"/><Relationship Id="rId1" Type="http://schemas.openxmlformats.org/officeDocument/2006/relationships/slideLayout" Target="../slideLayouts/slideLayout1.xml"/></Relationships>
</file>

<file path=ppt/slides/_rels/slide5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6.emf"/><Relationship Id="rId1" Type="http://schemas.openxmlformats.org/officeDocument/2006/relationships/slideLayout" Target="../slideLayouts/slideLayout1.xml"/></Relationships>
</file>

<file path=ppt/slides/_rels/slide5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7.emf"/><Relationship Id="rId1" Type="http://schemas.openxmlformats.org/officeDocument/2006/relationships/slideLayout" Target="../slideLayouts/slideLayout1.xml"/></Relationships>
</file>

<file path=ppt/slides/_rels/slide5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8.emf"/><Relationship Id="rId1" Type="http://schemas.openxmlformats.org/officeDocument/2006/relationships/slideLayout" Target="../slideLayouts/slideLayout1.xml"/></Relationships>
</file>

<file path=ppt/slides/_rels/slide5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9.emf"/><Relationship Id="rId1" Type="http://schemas.openxmlformats.org/officeDocument/2006/relationships/slideLayout" Target="../slideLayouts/slideLayout1.xml"/></Relationships>
</file>

<file path=ppt/slides/_rels/slide5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emf"/><Relationship Id="rId1" Type="http://schemas.openxmlformats.org/officeDocument/2006/relationships/slideLayout" Target="../slideLayouts/slideLayout1.xml"/></Relationships>
</file>

<file path=ppt/slides/_rels/slide5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emf"/><Relationship Id="rId1" Type="http://schemas.openxmlformats.org/officeDocument/2006/relationships/slideLayout" Target="../slideLayouts/slideLayout1.xml"/></Relationships>
</file>

<file path=ppt/slides/_rels/slide5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2.emf"/><Relationship Id="rId1" Type="http://schemas.openxmlformats.org/officeDocument/2006/relationships/slideLayout" Target="../slideLayouts/slideLayout1.xml"/></Relationships>
</file>

<file path=ppt/slides/_rels/slide5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3.emf"/><Relationship Id="rId1" Type="http://schemas.openxmlformats.org/officeDocument/2006/relationships/slideLayout" Target="../slideLayouts/slideLayout1.xml"/></Relationships>
</file>

<file path=ppt/slides/_rels/slide5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4.emf"/><Relationship Id="rId1" Type="http://schemas.openxmlformats.org/officeDocument/2006/relationships/slideLayout" Target="../slideLayouts/slideLayout1.xml"/></Relationships>
</file>

<file path=ppt/slides/_rels/slide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5.emf"/><Relationship Id="rId1" Type="http://schemas.openxmlformats.org/officeDocument/2006/relationships/slideLayout" Target="../slideLayouts/slideLayout1.xml"/></Relationships>
</file>

<file path=ppt/slides/_rels/slide5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6.emf"/><Relationship Id="rId1" Type="http://schemas.openxmlformats.org/officeDocument/2006/relationships/slideLayout" Target="../slideLayouts/slideLayout1.xml"/></Relationships>
</file>

<file path=ppt/slides/_rels/slide5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7.emf"/><Relationship Id="rId1" Type="http://schemas.openxmlformats.org/officeDocument/2006/relationships/slideLayout" Target="../slideLayouts/slideLayout1.xml"/></Relationships>
</file>

<file path=ppt/slides/_rels/slide5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8.emf"/><Relationship Id="rId1" Type="http://schemas.openxmlformats.org/officeDocument/2006/relationships/slideLayout" Target="../slideLayouts/slideLayout1.xml"/></Relationships>
</file>

<file path=ppt/slides/_rels/slide5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9.emf"/><Relationship Id="rId1" Type="http://schemas.openxmlformats.org/officeDocument/2006/relationships/slideLayout" Target="../slideLayouts/slideLayout1.xml"/></Relationships>
</file>

<file path=ppt/slides/_rels/slide5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emf"/><Relationship Id="rId1" Type="http://schemas.openxmlformats.org/officeDocument/2006/relationships/slideLayout" Target="../slideLayouts/slideLayout1.xml"/></Relationships>
</file>

<file path=ppt/slides/_rels/slide5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1.emf"/><Relationship Id="rId1" Type="http://schemas.openxmlformats.org/officeDocument/2006/relationships/slideLayout" Target="../slideLayouts/slideLayout1.xml"/></Relationships>
</file>

<file path=ppt/slides/_rels/slide5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2.emf"/><Relationship Id="rId1" Type="http://schemas.openxmlformats.org/officeDocument/2006/relationships/slideLayout" Target="../slideLayouts/slideLayout1.xml"/></Relationships>
</file>

<file path=ppt/slides/_rels/slide5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3.emf"/><Relationship Id="rId1" Type="http://schemas.openxmlformats.org/officeDocument/2006/relationships/slideLayout" Target="../slideLayouts/slideLayout1.xml"/></Relationships>
</file>

<file path=ppt/slides/_rels/slide5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4.emf"/><Relationship Id="rId1" Type="http://schemas.openxmlformats.org/officeDocument/2006/relationships/slideLayout" Target="../slideLayouts/slideLayout1.xml"/></Relationships>
</file>

<file path=ppt/slides/_rels/slide5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5.emf"/><Relationship Id="rId1" Type="http://schemas.openxmlformats.org/officeDocument/2006/relationships/slideLayout" Target="../slideLayouts/slideLayout1.xml"/></Relationships>
</file>

<file path=ppt/slides/_rels/slide5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6.emf"/><Relationship Id="rId1" Type="http://schemas.openxmlformats.org/officeDocument/2006/relationships/slideLayout" Target="../slideLayouts/slideLayout1.xml"/></Relationships>
</file>

<file path=ppt/slides/_rels/slide5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7.emf"/><Relationship Id="rId1" Type="http://schemas.openxmlformats.org/officeDocument/2006/relationships/slideLayout" Target="../slideLayouts/slideLayout1.xml"/></Relationships>
</file>

<file path=ppt/slides/_rels/slide5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8.emf"/><Relationship Id="rId1" Type="http://schemas.openxmlformats.org/officeDocument/2006/relationships/slideLayout" Target="../slideLayouts/slideLayout1.xml"/></Relationships>
</file>

<file path=ppt/slides/_rels/slide5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9.emf"/><Relationship Id="rId1" Type="http://schemas.openxmlformats.org/officeDocument/2006/relationships/slideLayout" Target="../slideLayouts/slideLayout1.xml"/></Relationships>
</file>

<file path=ppt/slides/_rels/slide5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emf"/><Relationship Id="rId1" Type="http://schemas.openxmlformats.org/officeDocument/2006/relationships/slideLayout" Target="../slideLayouts/slideLayout1.xml"/></Relationships>
</file>

<file path=ppt/slides/_rels/slide5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1.emf"/><Relationship Id="rId1" Type="http://schemas.openxmlformats.org/officeDocument/2006/relationships/slideLayout" Target="../slideLayouts/slideLayout1.xml"/></Relationships>
</file>

<file path=ppt/slides/_rels/slide5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2.emf"/><Relationship Id="rId1" Type="http://schemas.openxmlformats.org/officeDocument/2006/relationships/slideLayout" Target="../slideLayouts/slideLayout1.xml"/></Relationships>
</file>

<file path=ppt/slides/_rels/slide5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3.emf"/><Relationship Id="rId1" Type="http://schemas.openxmlformats.org/officeDocument/2006/relationships/slideLayout" Target="../slideLayouts/slideLayout1.xml"/></Relationships>
</file>

<file path=ppt/slides/_rels/slide5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4.emf"/><Relationship Id="rId1" Type="http://schemas.openxmlformats.org/officeDocument/2006/relationships/slideLayout" Target="../slideLayouts/slideLayout1.xml"/></Relationships>
</file>

<file path=ppt/slides/_rels/slide5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5.emf"/><Relationship Id="rId1" Type="http://schemas.openxmlformats.org/officeDocument/2006/relationships/slideLayout" Target="../slideLayouts/slideLayout1.xml"/></Relationships>
</file>

<file path=ppt/slides/_rels/slide5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6.emf"/><Relationship Id="rId1" Type="http://schemas.openxmlformats.org/officeDocument/2006/relationships/slideLayout" Target="../slideLayouts/slideLayout1.xml"/></Relationships>
</file>

<file path=ppt/slides/_rels/slide5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7.emf"/><Relationship Id="rId1" Type="http://schemas.openxmlformats.org/officeDocument/2006/relationships/slideLayout" Target="../slideLayouts/slideLayout1.xml"/></Relationships>
</file>

<file path=ppt/slides/_rels/slide5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8.emf"/><Relationship Id="rId1" Type="http://schemas.openxmlformats.org/officeDocument/2006/relationships/slideLayout" Target="../slideLayouts/slideLayout1.xml"/></Relationships>
</file>

<file path=ppt/slides/_rels/slide5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9.emf"/><Relationship Id="rId1" Type="http://schemas.openxmlformats.org/officeDocument/2006/relationships/slideLayout" Target="../slideLayouts/slideLayout1.xml"/></Relationships>
</file>

<file path=ppt/slides/_rels/slide5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emf"/><Relationship Id="rId1" Type="http://schemas.openxmlformats.org/officeDocument/2006/relationships/slideLayout" Target="../slideLayouts/slideLayout1.xml"/></Relationships>
</file>

<file path=ppt/slides/_rels/slide5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1.emf"/><Relationship Id="rId1" Type="http://schemas.openxmlformats.org/officeDocument/2006/relationships/slideLayout" Target="../slideLayouts/slideLayout1.xml"/></Relationships>
</file>

<file path=ppt/slides/_rels/slide5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2.emf"/><Relationship Id="rId1" Type="http://schemas.openxmlformats.org/officeDocument/2006/relationships/slideLayout" Target="../slideLayouts/slideLayout1.xml"/></Relationships>
</file>

<file path=ppt/slides/_rels/slide5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3.emf"/><Relationship Id="rId1" Type="http://schemas.openxmlformats.org/officeDocument/2006/relationships/slideLayout" Target="../slideLayouts/slideLayout1.xml"/></Relationships>
</file>

<file path=ppt/slides/_rels/slide5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4.emf"/><Relationship Id="rId1" Type="http://schemas.openxmlformats.org/officeDocument/2006/relationships/slideLayout" Target="../slideLayouts/slideLayout1.xml"/></Relationships>
</file>

<file path=ppt/slides/_rels/slide5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5.emf"/><Relationship Id="rId1" Type="http://schemas.openxmlformats.org/officeDocument/2006/relationships/slideLayout" Target="../slideLayouts/slideLayout1.xml"/></Relationships>
</file>

<file path=ppt/slides/_rels/slide5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6.emf"/><Relationship Id="rId1" Type="http://schemas.openxmlformats.org/officeDocument/2006/relationships/slideLayout" Target="../slideLayouts/slideLayout1.xml"/></Relationships>
</file>

<file path=ppt/slides/_rels/slide5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7.emf"/><Relationship Id="rId1" Type="http://schemas.openxmlformats.org/officeDocument/2006/relationships/slideLayout" Target="../slideLayouts/slideLayout1.xml"/></Relationships>
</file>

<file path=ppt/slides/_rels/slide5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8.emf"/><Relationship Id="rId1" Type="http://schemas.openxmlformats.org/officeDocument/2006/relationships/slideLayout" Target="../slideLayouts/slideLayout1.xml"/></Relationships>
</file>

<file path=ppt/slides/_rels/slide5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9.emf"/><Relationship Id="rId1" Type="http://schemas.openxmlformats.org/officeDocument/2006/relationships/slideLayout" Target="../slideLayouts/slideLayout1.xml"/></Relationships>
</file>

<file path=ppt/slides/_rels/slide5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emf"/><Relationship Id="rId1" Type="http://schemas.openxmlformats.org/officeDocument/2006/relationships/slideLayout" Target="../slideLayouts/slideLayout1.xml"/></Relationships>
</file>

<file path=ppt/slides/_rels/slide5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1.emf"/><Relationship Id="rId1" Type="http://schemas.openxmlformats.org/officeDocument/2006/relationships/slideLayout" Target="../slideLayouts/slideLayout1.xml"/></Relationships>
</file>

<file path=ppt/slides/_rels/slide5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2.emf"/><Relationship Id="rId1" Type="http://schemas.openxmlformats.org/officeDocument/2006/relationships/slideLayout" Target="../slideLayouts/slideLayout1.xml"/></Relationships>
</file>

<file path=ppt/slides/_rels/slide5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3.emf"/><Relationship Id="rId1" Type="http://schemas.openxmlformats.org/officeDocument/2006/relationships/slideLayout" Target="../slideLayouts/slideLayout1.xml"/></Relationships>
</file>

<file path=ppt/slides/_rels/slide5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4.emf"/><Relationship Id="rId1" Type="http://schemas.openxmlformats.org/officeDocument/2006/relationships/slideLayout" Target="../slideLayouts/slideLayout1.xml"/></Relationships>
</file>

<file path=ppt/slides/_rels/slide5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5.emf"/><Relationship Id="rId1" Type="http://schemas.openxmlformats.org/officeDocument/2006/relationships/slideLayout" Target="../slideLayouts/slideLayout1.xml"/></Relationships>
</file>

<file path=ppt/slides/_rels/slide5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6.emf"/><Relationship Id="rId1" Type="http://schemas.openxmlformats.org/officeDocument/2006/relationships/slideLayout" Target="../slideLayouts/slideLayout1.xml"/></Relationships>
</file>

<file path=ppt/slides/_rels/slide5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7.emf"/><Relationship Id="rId1" Type="http://schemas.openxmlformats.org/officeDocument/2006/relationships/slideLayout" Target="../slideLayouts/slideLayout1.xml"/></Relationships>
</file>

<file path=ppt/slides/_rels/slide5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8.emf"/><Relationship Id="rId1" Type="http://schemas.openxmlformats.org/officeDocument/2006/relationships/slideLayout" Target="../slideLayouts/slideLayout1.xml"/></Relationships>
</file>

<file path=ppt/slides/_rels/slide5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9.emf"/><Relationship Id="rId1" Type="http://schemas.openxmlformats.org/officeDocument/2006/relationships/slideLayout" Target="../slideLayouts/slideLayout1.xml"/></Relationships>
</file>

<file path=ppt/slides/_rels/slide5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emf"/><Relationship Id="rId1" Type="http://schemas.openxmlformats.org/officeDocument/2006/relationships/slideLayout" Target="../slideLayouts/slideLayout1.xml"/></Relationships>
</file>

<file path=ppt/slides/_rels/slide5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1.emf"/><Relationship Id="rId1" Type="http://schemas.openxmlformats.org/officeDocument/2006/relationships/slideLayout" Target="../slideLayouts/slideLayout1.xml"/></Relationships>
</file>

<file path=ppt/slides/_rels/slide5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2.emf"/><Relationship Id="rId1" Type="http://schemas.openxmlformats.org/officeDocument/2006/relationships/slideLayout" Target="../slideLayouts/slideLayout1.xml"/></Relationships>
</file>

<file path=ppt/slides/_rels/slide5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3.emf"/><Relationship Id="rId1" Type="http://schemas.openxmlformats.org/officeDocument/2006/relationships/slideLayout" Target="../slideLayouts/slideLayout1.xml"/></Relationships>
</file>

<file path=ppt/slides/_rels/slide5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4.emf"/><Relationship Id="rId1" Type="http://schemas.openxmlformats.org/officeDocument/2006/relationships/slideLayout" Target="../slideLayouts/slideLayout1.xml"/></Relationships>
</file>

<file path=ppt/slides/_rels/slide5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5.emf"/><Relationship Id="rId1" Type="http://schemas.openxmlformats.org/officeDocument/2006/relationships/slideLayout" Target="../slideLayouts/slideLayout1.xml"/></Relationships>
</file>

<file path=ppt/slides/_rels/slide5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6.emf"/><Relationship Id="rId1" Type="http://schemas.openxmlformats.org/officeDocument/2006/relationships/slideLayout" Target="../slideLayouts/slideLayout1.xml"/></Relationships>
</file>

<file path=ppt/slides/_rels/slide5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7.emf"/><Relationship Id="rId1" Type="http://schemas.openxmlformats.org/officeDocument/2006/relationships/slideLayout" Target="../slideLayouts/slideLayout1.xml"/></Relationships>
</file>

<file path=ppt/slides/_rels/slide5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8.emf"/><Relationship Id="rId1" Type="http://schemas.openxmlformats.org/officeDocument/2006/relationships/slideLayout" Target="../slideLayouts/slideLayout1.xml"/></Relationships>
</file>

<file path=ppt/slides/_rels/slide5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9.emf"/><Relationship Id="rId1" Type="http://schemas.openxmlformats.org/officeDocument/2006/relationships/slideLayout" Target="../slideLayouts/slideLayout1.xml"/></Relationships>
</file>

<file path=ppt/slides/_rels/slide5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emf"/><Relationship Id="rId1" Type="http://schemas.openxmlformats.org/officeDocument/2006/relationships/slideLayout" Target="../slideLayouts/slideLayout1.xml"/></Relationships>
</file>

<file path=ppt/slides/_rels/slide5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1.emf"/><Relationship Id="rId1" Type="http://schemas.openxmlformats.org/officeDocument/2006/relationships/slideLayout" Target="../slideLayouts/slideLayout1.xml"/></Relationships>
</file>

<file path=ppt/slides/_rels/slide5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2.emf"/><Relationship Id="rId1" Type="http://schemas.openxmlformats.org/officeDocument/2006/relationships/slideLayout" Target="../slideLayouts/slideLayout1.xml"/></Relationships>
</file>

<file path=ppt/slides/_rels/slide5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3.emf"/><Relationship Id="rId1" Type="http://schemas.openxmlformats.org/officeDocument/2006/relationships/slideLayout" Target="../slideLayouts/slideLayout1.xml"/></Relationships>
</file>

<file path=ppt/slides/_rels/slide5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4.emf"/><Relationship Id="rId1" Type="http://schemas.openxmlformats.org/officeDocument/2006/relationships/slideLayout" Target="../slideLayouts/slideLayout1.xml"/></Relationships>
</file>

<file path=ppt/slides/_rels/slide5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5.emf"/><Relationship Id="rId1" Type="http://schemas.openxmlformats.org/officeDocument/2006/relationships/slideLayout" Target="../slideLayouts/slideLayout1.xml"/></Relationships>
</file>

<file path=ppt/slides/_rels/slide5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6.emf"/><Relationship Id="rId1" Type="http://schemas.openxmlformats.org/officeDocument/2006/relationships/slideLayout" Target="../slideLayouts/slideLayout1.xml"/></Relationships>
</file>

<file path=ppt/slides/_rels/slide5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7.emf"/><Relationship Id="rId1" Type="http://schemas.openxmlformats.org/officeDocument/2006/relationships/slideLayout" Target="../slideLayouts/slideLayout1.xml"/></Relationships>
</file>

<file path=ppt/slides/_rels/slide5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8.emf"/><Relationship Id="rId1" Type="http://schemas.openxmlformats.org/officeDocument/2006/relationships/slideLayout" Target="../slideLayouts/slideLayout1.xml"/></Relationships>
</file>

<file path=ppt/slides/_rels/slide6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9.emf"/><Relationship Id="rId1" Type="http://schemas.openxmlformats.org/officeDocument/2006/relationships/slideLayout" Target="../slideLayouts/slideLayout1.xml"/></Relationships>
</file>

<file path=ppt/slides/_rels/slide6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emf"/><Relationship Id="rId1" Type="http://schemas.openxmlformats.org/officeDocument/2006/relationships/slideLayout" Target="../slideLayouts/slideLayout1.xml"/></Relationships>
</file>

<file path=ppt/slides/_rels/slide6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1.emf"/><Relationship Id="rId1" Type="http://schemas.openxmlformats.org/officeDocument/2006/relationships/slideLayout" Target="../slideLayouts/slideLayout1.xml"/></Relationships>
</file>

<file path=ppt/slides/_rels/slide6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2.emf"/><Relationship Id="rId1" Type="http://schemas.openxmlformats.org/officeDocument/2006/relationships/slideLayout" Target="../slideLayouts/slideLayout1.xml"/></Relationships>
</file>

<file path=ppt/slides/_rels/slide6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3.emf"/><Relationship Id="rId1" Type="http://schemas.openxmlformats.org/officeDocument/2006/relationships/slideLayout" Target="../slideLayouts/slideLayout1.xml"/></Relationships>
</file>

<file path=ppt/slides/_rels/slide6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4.emf"/><Relationship Id="rId1" Type="http://schemas.openxmlformats.org/officeDocument/2006/relationships/slideLayout" Target="../slideLayouts/slideLayout1.xml"/></Relationships>
</file>

<file path=ppt/slides/_rels/slide6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5.emf"/><Relationship Id="rId1" Type="http://schemas.openxmlformats.org/officeDocument/2006/relationships/slideLayout" Target="../slideLayouts/slideLayout1.xml"/></Relationships>
</file>

<file path=ppt/slides/_rels/slide6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6.emf"/><Relationship Id="rId1" Type="http://schemas.openxmlformats.org/officeDocument/2006/relationships/slideLayout" Target="../slideLayouts/slideLayout1.xml"/></Relationships>
</file>

<file path=ppt/slides/_rels/slide6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7.emf"/><Relationship Id="rId1" Type="http://schemas.openxmlformats.org/officeDocument/2006/relationships/slideLayout" Target="../slideLayouts/slideLayout1.xml"/></Relationships>
</file>

<file path=ppt/slides/_rels/slide6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8.emf"/><Relationship Id="rId1" Type="http://schemas.openxmlformats.org/officeDocument/2006/relationships/slideLayout" Target="../slideLayouts/slideLayout1.xml"/></Relationships>
</file>

<file path=ppt/slides/_rels/slide6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9.emf"/><Relationship Id="rId1" Type="http://schemas.openxmlformats.org/officeDocument/2006/relationships/slideLayout" Target="../slideLayouts/slideLayout1.xml"/></Relationships>
</file>

<file path=ppt/slides/_rels/slide6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emf"/><Relationship Id="rId1" Type="http://schemas.openxmlformats.org/officeDocument/2006/relationships/slideLayout" Target="../slideLayouts/slideLayout1.xml"/></Relationships>
</file>

<file path=ppt/slides/_rels/slide6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1.emf"/><Relationship Id="rId1" Type="http://schemas.openxmlformats.org/officeDocument/2006/relationships/slideLayout" Target="../slideLayouts/slideLayout1.xml"/></Relationships>
</file>

<file path=ppt/slides/_rels/slide6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2.emf"/><Relationship Id="rId1" Type="http://schemas.openxmlformats.org/officeDocument/2006/relationships/slideLayout" Target="../slideLayouts/slideLayout1.xml"/></Relationships>
</file>

<file path=ppt/slides/_rels/slide6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3.emf"/><Relationship Id="rId1" Type="http://schemas.openxmlformats.org/officeDocument/2006/relationships/slideLayout" Target="../slideLayouts/slideLayout1.xml"/></Relationships>
</file>

<file path=ppt/slides/_rels/slide6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4.emf"/><Relationship Id="rId1" Type="http://schemas.openxmlformats.org/officeDocument/2006/relationships/slideLayout" Target="../slideLayouts/slideLayout1.xml"/></Relationships>
</file>

<file path=ppt/slides/_rels/slide6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5.emf"/><Relationship Id="rId1" Type="http://schemas.openxmlformats.org/officeDocument/2006/relationships/slideLayout" Target="../slideLayouts/slideLayout1.xml"/></Relationships>
</file>

<file path=ppt/slides/_rels/slide6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6.emf"/><Relationship Id="rId1" Type="http://schemas.openxmlformats.org/officeDocument/2006/relationships/slideLayout" Target="../slideLayouts/slideLayout1.xml"/></Relationships>
</file>

<file path=ppt/slides/_rels/slide6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7.emf"/><Relationship Id="rId1" Type="http://schemas.openxmlformats.org/officeDocument/2006/relationships/slideLayout" Target="../slideLayouts/slideLayout1.xml"/></Relationships>
</file>

<file path=ppt/slides/_rels/slide6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8.emf"/><Relationship Id="rId1" Type="http://schemas.openxmlformats.org/officeDocument/2006/relationships/slideLayout" Target="../slideLayouts/slideLayout1.xml"/></Relationships>
</file>

<file path=ppt/slides/_rels/slide6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9.emf"/><Relationship Id="rId1" Type="http://schemas.openxmlformats.org/officeDocument/2006/relationships/slideLayout" Target="../slideLayouts/slideLayout1.xml"/></Relationships>
</file>

<file path=ppt/slides/_rels/slide6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emf"/><Relationship Id="rId1" Type="http://schemas.openxmlformats.org/officeDocument/2006/relationships/slideLayout" Target="../slideLayouts/slideLayout1.xml"/></Relationships>
</file>

<file path=ppt/slides/_rels/slide6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1.emf"/><Relationship Id="rId1" Type="http://schemas.openxmlformats.org/officeDocument/2006/relationships/slideLayout" Target="../slideLayouts/slideLayout1.xml"/></Relationships>
</file>

<file path=ppt/slides/_rels/slide6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2.emf"/><Relationship Id="rId1" Type="http://schemas.openxmlformats.org/officeDocument/2006/relationships/slideLayout" Target="../slideLayouts/slideLayout1.xml"/></Relationships>
</file>

<file path=ppt/slides/_rels/slide6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3.emf"/><Relationship Id="rId1" Type="http://schemas.openxmlformats.org/officeDocument/2006/relationships/slideLayout" Target="../slideLayouts/slideLayout1.xml"/></Relationships>
</file>

<file path=ppt/slides/_rels/slide6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4.emf"/><Relationship Id="rId1" Type="http://schemas.openxmlformats.org/officeDocument/2006/relationships/slideLayout" Target="../slideLayouts/slideLayout1.xml"/></Relationships>
</file>

<file path=ppt/slides/_rels/slide6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5.emf"/><Relationship Id="rId1" Type="http://schemas.openxmlformats.org/officeDocument/2006/relationships/slideLayout" Target="../slideLayouts/slideLayout1.xml"/></Relationships>
</file>

<file path=ppt/slides/_rels/slide6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6.emf"/><Relationship Id="rId1" Type="http://schemas.openxmlformats.org/officeDocument/2006/relationships/slideLayout" Target="../slideLayouts/slideLayout1.xml"/></Relationships>
</file>

<file path=ppt/slides/_rels/slide6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7.emf"/><Relationship Id="rId1" Type="http://schemas.openxmlformats.org/officeDocument/2006/relationships/slideLayout" Target="../slideLayouts/slideLayout1.xml"/></Relationships>
</file>

<file path=ppt/slides/_rels/slide6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8.emf"/><Relationship Id="rId1" Type="http://schemas.openxmlformats.org/officeDocument/2006/relationships/slideLayout" Target="../slideLayouts/slideLayout1.xml"/></Relationships>
</file>

<file path=ppt/slides/_rels/slide6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9.emf"/><Relationship Id="rId1" Type="http://schemas.openxmlformats.org/officeDocument/2006/relationships/slideLayout" Target="../slideLayouts/slideLayout1.xml"/></Relationships>
</file>

<file path=ppt/slides/_rels/slide6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emf"/><Relationship Id="rId1" Type="http://schemas.openxmlformats.org/officeDocument/2006/relationships/slideLayout" Target="../slideLayouts/slideLayout1.xml"/></Relationships>
</file>

<file path=ppt/slides/_rels/slide6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1.emf"/><Relationship Id="rId1" Type="http://schemas.openxmlformats.org/officeDocument/2006/relationships/slideLayout" Target="../slideLayouts/slideLayout1.xml"/></Relationships>
</file>

<file path=ppt/slides/_rels/slide6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2.emf"/><Relationship Id="rId1" Type="http://schemas.openxmlformats.org/officeDocument/2006/relationships/slideLayout" Target="../slideLayouts/slideLayout1.xml"/></Relationships>
</file>

<file path=ppt/slides/_rels/slide6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3.emf"/><Relationship Id="rId1" Type="http://schemas.openxmlformats.org/officeDocument/2006/relationships/slideLayout" Target="../slideLayouts/slideLayout1.xml"/></Relationships>
</file>

<file path=ppt/slides/_rels/slide6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4.emf"/><Relationship Id="rId1" Type="http://schemas.openxmlformats.org/officeDocument/2006/relationships/slideLayout" Target="../slideLayouts/slideLayout1.xml"/></Relationships>
</file>

<file path=ppt/slides/_rels/slide6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5.emf"/><Relationship Id="rId1" Type="http://schemas.openxmlformats.org/officeDocument/2006/relationships/slideLayout" Target="../slideLayouts/slideLayout1.xml"/></Relationships>
</file>

<file path=ppt/slides/_rels/slide6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6.emf"/><Relationship Id="rId1" Type="http://schemas.openxmlformats.org/officeDocument/2006/relationships/slideLayout" Target="../slideLayouts/slideLayout1.xml"/></Relationships>
</file>

<file path=ppt/slides/_rels/slide6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7.emf"/><Relationship Id="rId1" Type="http://schemas.openxmlformats.org/officeDocument/2006/relationships/slideLayout" Target="../slideLayouts/slideLayout1.xml"/></Relationships>
</file>

<file path=ppt/slides/_rels/slide6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8.emf"/><Relationship Id="rId1" Type="http://schemas.openxmlformats.org/officeDocument/2006/relationships/slideLayout" Target="../slideLayouts/slideLayout1.xml"/></Relationships>
</file>

<file path=ppt/slides/_rels/slide6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9.emf"/><Relationship Id="rId1" Type="http://schemas.openxmlformats.org/officeDocument/2006/relationships/slideLayout" Target="../slideLayouts/slideLayout1.xml"/></Relationships>
</file>

<file path=ppt/slides/_rels/slide6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0.emf"/><Relationship Id="rId1" Type="http://schemas.openxmlformats.org/officeDocument/2006/relationships/slideLayout" Target="../slideLayouts/slideLayout1.xml"/></Relationships>
</file>

<file path=ppt/slides/_rels/slide6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1.emf"/><Relationship Id="rId1" Type="http://schemas.openxmlformats.org/officeDocument/2006/relationships/slideLayout" Target="../slideLayouts/slideLayout1.xml"/></Relationships>
</file>

<file path=ppt/slides/_rels/slide6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2.emf"/><Relationship Id="rId1" Type="http://schemas.openxmlformats.org/officeDocument/2006/relationships/slideLayout" Target="../slideLayouts/slideLayout1.xml"/></Relationships>
</file>

<file path=ppt/slides/_rels/slide6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3.emf"/><Relationship Id="rId1" Type="http://schemas.openxmlformats.org/officeDocument/2006/relationships/slideLayout" Target="../slideLayouts/slideLayout1.xml"/></Relationships>
</file>

<file path=ppt/slides/_rels/slide6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4.emf"/><Relationship Id="rId1" Type="http://schemas.openxmlformats.org/officeDocument/2006/relationships/slideLayout" Target="../slideLayouts/slideLayout1.xml"/></Relationships>
</file>

<file path=ppt/slides/_rels/slide6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5.emf"/><Relationship Id="rId1" Type="http://schemas.openxmlformats.org/officeDocument/2006/relationships/slideLayout" Target="../slideLayouts/slideLayout1.xml"/></Relationships>
</file>

<file path=ppt/slides/_rels/slide6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6.emf"/><Relationship Id="rId1" Type="http://schemas.openxmlformats.org/officeDocument/2006/relationships/slideLayout" Target="../slideLayouts/slideLayout1.xml"/></Relationships>
</file>

<file path=ppt/slides/_rels/slide6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7.emf"/><Relationship Id="rId1" Type="http://schemas.openxmlformats.org/officeDocument/2006/relationships/slideLayout" Target="../slideLayouts/slideLayout1.xml"/></Relationships>
</file>

<file path=ppt/slides/_rels/slide6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8.emf"/><Relationship Id="rId1" Type="http://schemas.openxmlformats.org/officeDocument/2006/relationships/slideLayout" Target="../slideLayouts/slideLayout1.xml"/></Relationships>
</file>

<file path=ppt/slides/_rels/slide6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9.emf"/><Relationship Id="rId1" Type="http://schemas.openxmlformats.org/officeDocument/2006/relationships/slideLayout" Target="../slideLayouts/slideLayout1.xml"/></Relationships>
</file>

<file path=ppt/slides/_rels/slide6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emf"/><Relationship Id="rId1" Type="http://schemas.openxmlformats.org/officeDocument/2006/relationships/slideLayout" Target="../slideLayouts/slideLayout1.xml"/></Relationships>
</file>

<file path=ppt/slides/_rels/slide6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1.emf"/><Relationship Id="rId1" Type="http://schemas.openxmlformats.org/officeDocument/2006/relationships/slideLayout" Target="../slideLayouts/slideLayout1.xml"/></Relationships>
</file>

<file path=ppt/slides/_rels/slide6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2.emf"/><Relationship Id="rId1" Type="http://schemas.openxmlformats.org/officeDocument/2006/relationships/slideLayout" Target="../slideLayouts/slideLayout1.xml"/></Relationships>
</file>

<file path=ppt/slides/_rels/slide6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3.emf"/><Relationship Id="rId1" Type="http://schemas.openxmlformats.org/officeDocument/2006/relationships/slideLayout" Target="../slideLayouts/slideLayout1.xml"/></Relationships>
</file>

<file path=ppt/slides/_rels/slide6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4.emf"/><Relationship Id="rId1" Type="http://schemas.openxmlformats.org/officeDocument/2006/relationships/slideLayout" Target="../slideLayouts/slideLayout1.xml"/></Relationships>
</file>

<file path=ppt/slides/_rels/slide6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5.emf"/><Relationship Id="rId1" Type="http://schemas.openxmlformats.org/officeDocument/2006/relationships/slideLayout" Target="../slideLayouts/slideLayout1.xml"/></Relationships>
</file>

<file path=ppt/slides/_rels/slide6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6.emf"/><Relationship Id="rId1" Type="http://schemas.openxmlformats.org/officeDocument/2006/relationships/slideLayout" Target="../slideLayouts/slideLayout1.xml"/></Relationships>
</file>

<file path=ppt/slides/_rels/slide6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7.emf"/><Relationship Id="rId1" Type="http://schemas.openxmlformats.org/officeDocument/2006/relationships/slideLayout" Target="../slideLayouts/slideLayout1.xml"/></Relationships>
</file>

<file path=ppt/slides/_rels/slide6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8.emf"/><Relationship Id="rId1" Type="http://schemas.openxmlformats.org/officeDocument/2006/relationships/slideLayout" Target="../slideLayouts/slideLayout1.xml"/></Relationships>
</file>

<file path=ppt/slides/_rels/slide6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9.emf"/><Relationship Id="rId1" Type="http://schemas.openxmlformats.org/officeDocument/2006/relationships/slideLayout" Target="../slideLayouts/slideLayout1.xml"/></Relationships>
</file>

<file path=ppt/slides/_rels/slide6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emf"/><Relationship Id="rId1" Type="http://schemas.openxmlformats.org/officeDocument/2006/relationships/slideLayout" Target="../slideLayouts/slideLayout1.xml"/></Relationships>
</file>

<file path=ppt/slides/_rels/slide6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1.emf"/><Relationship Id="rId1" Type="http://schemas.openxmlformats.org/officeDocument/2006/relationships/slideLayout" Target="../slideLayouts/slideLayout1.xml"/></Relationships>
</file>

<file path=ppt/slides/_rels/slide6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2.emf"/><Relationship Id="rId1" Type="http://schemas.openxmlformats.org/officeDocument/2006/relationships/slideLayout" Target="../slideLayouts/slideLayout1.xml"/></Relationships>
</file>

<file path=ppt/slides/_rels/slide6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3.emf"/><Relationship Id="rId1" Type="http://schemas.openxmlformats.org/officeDocument/2006/relationships/slideLayout" Target="../slideLayouts/slideLayout1.xml"/></Relationships>
</file>

<file path=ppt/slides/_rels/slide6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4.emf"/><Relationship Id="rId1" Type="http://schemas.openxmlformats.org/officeDocument/2006/relationships/slideLayout" Target="../slideLayouts/slideLayout1.xml"/></Relationships>
</file>

<file path=ppt/slides/_rels/slide6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5.emf"/><Relationship Id="rId1" Type="http://schemas.openxmlformats.org/officeDocument/2006/relationships/slideLayout" Target="../slideLayouts/slideLayout1.xml"/></Relationships>
</file>

<file path=ppt/slides/_rels/slide6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6.emf"/><Relationship Id="rId1" Type="http://schemas.openxmlformats.org/officeDocument/2006/relationships/slideLayout" Target="../slideLayouts/slideLayout1.xml"/></Relationships>
</file>

<file path=ppt/slides/_rels/slide6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7.emf"/><Relationship Id="rId1" Type="http://schemas.openxmlformats.org/officeDocument/2006/relationships/slideLayout" Target="../slideLayouts/slideLayout1.xml"/></Relationships>
</file>

<file path=ppt/slides/_rels/slide6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8.emf"/><Relationship Id="rId1" Type="http://schemas.openxmlformats.org/officeDocument/2006/relationships/slideLayout" Target="../slideLayouts/slideLayout1.xml"/></Relationships>
</file>

<file path=ppt/slides/_rels/slide6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9.emf"/><Relationship Id="rId1" Type="http://schemas.openxmlformats.org/officeDocument/2006/relationships/slideLayout" Target="../slideLayouts/slideLayout1.xml"/></Relationships>
</file>

<file path=ppt/slides/_rels/slide6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emf"/><Relationship Id="rId1" Type="http://schemas.openxmlformats.org/officeDocument/2006/relationships/slideLayout" Target="../slideLayouts/slideLayout1.xml"/></Relationships>
</file>

<file path=ppt/slides/_rels/slide6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1.emf"/><Relationship Id="rId1" Type="http://schemas.openxmlformats.org/officeDocument/2006/relationships/slideLayout" Target="../slideLayouts/slideLayout1.xml"/></Relationships>
</file>

<file path=ppt/slides/_rels/slide6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2.emf"/><Relationship Id="rId1" Type="http://schemas.openxmlformats.org/officeDocument/2006/relationships/slideLayout" Target="../slideLayouts/slideLayout1.xml"/></Relationships>
</file>

<file path=ppt/slides/_rels/slide6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3.emf"/><Relationship Id="rId1" Type="http://schemas.openxmlformats.org/officeDocument/2006/relationships/slideLayout" Target="../slideLayouts/slideLayout1.xml"/></Relationships>
</file>

<file path=ppt/slides/_rels/slide6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4.emf"/><Relationship Id="rId1" Type="http://schemas.openxmlformats.org/officeDocument/2006/relationships/slideLayout" Target="../slideLayouts/slideLayout1.xml"/></Relationships>
</file>

<file path=ppt/slides/_rels/slide6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5.emf"/><Relationship Id="rId1" Type="http://schemas.openxmlformats.org/officeDocument/2006/relationships/slideLayout" Target="../slideLayouts/slideLayout1.xml"/></Relationships>
</file>

<file path=ppt/slides/_rels/slide6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6.emf"/><Relationship Id="rId1" Type="http://schemas.openxmlformats.org/officeDocument/2006/relationships/slideLayout" Target="../slideLayouts/slideLayout1.xml"/></Relationships>
</file>

<file path=ppt/slides/_rels/slide6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7.emf"/><Relationship Id="rId1" Type="http://schemas.openxmlformats.org/officeDocument/2006/relationships/slideLayout" Target="../slideLayouts/slideLayout1.xml"/></Relationships>
</file>

<file path=ppt/slides/_rels/slide6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8.emf"/><Relationship Id="rId1" Type="http://schemas.openxmlformats.org/officeDocument/2006/relationships/slideLayout" Target="../slideLayouts/slideLayout1.xml"/></Relationships>
</file>

<file path=ppt/slides/_rels/slide6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9.emf"/><Relationship Id="rId1" Type="http://schemas.openxmlformats.org/officeDocument/2006/relationships/slideLayout" Target="../slideLayouts/slideLayout1.xml"/></Relationships>
</file>

<file path=ppt/slides/_rels/slide6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emf"/><Relationship Id="rId1" Type="http://schemas.openxmlformats.org/officeDocument/2006/relationships/slideLayout" Target="../slideLayouts/slideLayout1.xml"/></Relationships>
</file>

<file path=ppt/slides/_rels/slide6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1.emf"/><Relationship Id="rId1" Type="http://schemas.openxmlformats.org/officeDocument/2006/relationships/slideLayout" Target="../slideLayouts/slideLayout1.xml"/></Relationships>
</file>

<file path=ppt/slides/_rels/slide6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2.emf"/><Relationship Id="rId1" Type="http://schemas.openxmlformats.org/officeDocument/2006/relationships/slideLayout" Target="../slideLayouts/slideLayout1.xml"/></Relationships>
</file>

<file path=ppt/slides/_rels/slide6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3.emf"/><Relationship Id="rId1" Type="http://schemas.openxmlformats.org/officeDocument/2006/relationships/slideLayout" Target="../slideLayouts/slideLayout1.xml"/></Relationships>
</file>

<file path=ppt/slides/_rels/slide6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4.emf"/><Relationship Id="rId1" Type="http://schemas.openxmlformats.org/officeDocument/2006/relationships/slideLayout" Target="../slideLayouts/slideLayout1.xml"/></Relationships>
</file>

<file path=ppt/slides/_rels/slide6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5.emf"/><Relationship Id="rId1" Type="http://schemas.openxmlformats.org/officeDocument/2006/relationships/slideLayout" Target="../slideLayouts/slideLayout1.xml"/></Relationships>
</file>

<file path=ppt/slides/_rels/slide6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6.emf"/><Relationship Id="rId1" Type="http://schemas.openxmlformats.org/officeDocument/2006/relationships/slideLayout" Target="../slideLayouts/slideLayout1.xml"/></Relationships>
</file>

<file path=ppt/slides/_rels/slide6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7.emf"/><Relationship Id="rId1" Type="http://schemas.openxmlformats.org/officeDocument/2006/relationships/slideLayout" Target="../slideLayouts/slideLayout1.xml"/></Relationships>
</file>

<file path=ppt/slides/_rels/slide6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8.emf"/><Relationship Id="rId1" Type="http://schemas.openxmlformats.org/officeDocument/2006/relationships/slideLayout" Target="../slideLayouts/slideLayout1.xml"/></Relationships>
</file>

<file path=ppt/slides/_rels/slide6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9.emf"/><Relationship Id="rId1" Type="http://schemas.openxmlformats.org/officeDocument/2006/relationships/slideLayout" Target="../slideLayouts/slideLayout1.xml"/></Relationships>
</file>

<file path=ppt/slides/_rels/slide6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emf"/><Relationship Id="rId1" Type="http://schemas.openxmlformats.org/officeDocument/2006/relationships/slideLayout" Target="../slideLayouts/slideLayout1.xml"/></Relationships>
</file>

<file path=ppt/slides/_rels/slide6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1.emf"/><Relationship Id="rId1" Type="http://schemas.openxmlformats.org/officeDocument/2006/relationships/slideLayout" Target="../slideLayouts/slideLayout1.xml"/></Relationships>
</file>

<file path=ppt/slides/_rels/slide6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2.emf"/><Relationship Id="rId1" Type="http://schemas.openxmlformats.org/officeDocument/2006/relationships/slideLayout" Target="../slideLayouts/slideLayout1.xml"/></Relationships>
</file>

<file path=ppt/slides/_rels/slide6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3.emf"/><Relationship Id="rId1" Type="http://schemas.openxmlformats.org/officeDocument/2006/relationships/slideLayout" Target="../slideLayouts/slideLayout1.xml"/></Relationships>
</file>

<file path=ppt/slides/_rels/slide6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4.emf"/><Relationship Id="rId1" Type="http://schemas.openxmlformats.org/officeDocument/2006/relationships/slideLayout" Target="../slideLayouts/slideLayout1.xml"/></Relationships>
</file>

<file path=ppt/slides/_rels/slide6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5.emf"/><Relationship Id="rId1" Type="http://schemas.openxmlformats.org/officeDocument/2006/relationships/slideLayout" Target="../slideLayouts/slideLayout1.xml"/></Relationships>
</file>

<file path=ppt/slides/_rels/slide6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6.emf"/><Relationship Id="rId1" Type="http://schemas.openxmlformats.org/officeDocument/2006/relationships/slideLayout" Target="../slideLayouts/slideLayout1.xml"/></Relationships>
</file>

<file path=ppt/slides/_rels/slide6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7.emf"/><Relationship Id="rId1" Type="http://schemas.openxmlformats.org/officeDocument/2006/relationships/slideLayout" Target="../slideLayouts/slideLayout1.xml"/></Relationships>
</file>

<file path=ppt/slides/_rels/slide6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8.emf"/><Relationship Id="rId1" Type="http://schemas.openxmlformats.org/officeDocument/2006/relationships/slideLayout" Target="../slideLayouts/slideLayout1.xml"/></Relationships>
</file>

<file path=ppt/slides/_rels/slide7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9.emf"/><Relationship Id="rId1" Type="http://schemas.openxmlformats.org/officeDocument/2006/relationships/slideLayout" Target="../slideLayouts/slideLayout1.xml"/></Relationships>
</file>

<file path=ppt/slides/_rels/slide7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emf"/><Relationship Id="rId1" Type="http://schemas.openxmlformats.org/officeDocument/2006/relationships/slideLayout" Target="../slideLayouts/slideLayout1.xml"/></Relationships>
</file>

<file path=ppt/slides/_rels/slide7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1.emf"/><Relationship Id="rId1" Type="http://schemas.openxmlformats.org/officeDocument/2006/relationships/slideLayout" Target="../slideLayouts/slideLayout1.xml"/></Relationships>
</file>

<file path=ppt/slides/_rels/slide7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2.emf"/><Relationship Id="rId1" Type="http://schemas.openxmlformats.org/officeDocument/2006/relationships/slideLayout" Target="../slideLayouts/slideLayout1.xml"/></Relationships>
</file>

<file path=ppt/slides/_rels/slide7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3.emf"/><Relationship Id="rId1" Type="http://schemas.openxmlformats.org/officeDocument/2006/relationships/slideLayout" Target="../slideLayouts/slideLayout1.xml"/></Relationships>
</file>

<file path=ppt/slides/_rels/slide7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4.emf"/><Relationship Id="rId1" Type="http://schemas.openxmlformats.org/officeDocument/2006/relationships/slideLayout" Target="../slideLayouts/slideLayout1.xml"/></Relationships>
</file>

<file path=ppt/slides/_rels/slide7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5.emf"/><Relationship Id="rId1" Type="http://schemas.openxmlformats.org/officeDocument/2006/relationships/slideLayout" Target="../slideLayouts/slideLayout1.xml"/></Relationships>
</file>

<file path=ppt/slides/_rels/slide7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6.emf"/><Relationship Id="rId1" Type="http://schemas.openxmlformats.org/officeDocument/2006/relationships/slideLayout" Target="../slideLayouts/slideLayout1.xml"/></Relationships>
</file>

<file path=ppt/slides/_rels/slide7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7.emf"/><Relationship Id="rId1" Type="http://schemas.openxmlformats.org/officeDocument/2006/relationships/slideLayout" Target="../slideLayouts/slideLayout1.xml"/></Relationships>
</file>

<file path=ppt/slides/_rels/slide7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8.emf"/><Relationship Id="rId1" Type="http://schemas.openxmlformats.org/officeDocument/2006/relationships/slideLayout" Target="../slideLayouts/slideLayout1.xml"/></Relationships>
</file>

<file path=ppt/slides/_rels/slide7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9.emf"/><Relationship Id="rId1" Type="http://schemas.openxmlformats.org/officeDocument/2006/relationships/slideLayout" Target="../slideLayouts/slideLayout1.xml"/></Relationships>
</file>

<file path=ppt/slides/_rels/slide7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emf"/><Relationship Id="rId1" Type="http://schemas.openxmlformats.org/officeDocument/2006/relationships/slideLayout" Target="../slideLayouts/slideLayout1.xml"/></Relationships>
</file>

<file path=ppt/slides/_rels/slide7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1.emf"/><Relationship Id="rId1" Type="http://schemas.openxmlformats.org/officeDocument/2006/relationships/slideLayout" Target="../slideLayouts/slideLayout1.xml"/></Relationships>
</file>

<file path=ppt/slides/_rels/slide7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2.emf"/><Relationship Id="rId1" Type="http://schemas.openxmlformats.org/officeDocument/2006/relationships/slideLayout" Target="../slideLayouts/slideLayout1.xml"/></Relationships>
</file>

<file path=ppt/slides/_rels/slide7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3.emf"/><Relationship Id="rId1" Type="http://schemas.openxmlformats.org/officeDocument/2006/relationships/slideLayout" Target="../slideLayouts/slideLayout1.xml"/></Relationships>
</file>

<file path=ppt/slides/_rels/slide7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4.emf"/><Relationship Id="rId1" Type="http://schemas.openxmlformats.org/officeDocument/2006/relationships/slideLayout" Target="../slideLayouts/slideLayout1.xml"/></Relationships>
</file>

<file path=ppt/slides/_rels/slide7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5.emf"/><Relationship Id="rId1" Type="http://schemas.openxmlformats.org/officeDocument/2006/relationships/slideLayout" Target="../slideLayouts/slideLayout1.xml"/></Relationships>
</file>

<file path=ppt/slides/_rels/slide7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6.emf"/><Relationship Id="rId1" Type="http://schemas.openxmlformats.org/officeDocument/2006/relationships/slideLayout" Target="../slideLayouts/slideLayout1.xml"/></Relationships>
</file>

<file path=ppt/slides/_rels/slide7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7.emf"/><Relationship Id="rId1" Type="http://schemas.openxmlformats.org/officeDocument/2006/relationships/slideLayout" Target="../slideLayouts/slideLayout1.xml"/></Relationships>
</file>

<file path=ppt/slides/_rels/slide7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8.emf"/><Relationship Id="rId1" Type="http://schemas.openxmlformats.org/officeDocument/2006/relationships/slideLayout" Target="../slideLayouts/slideLayout1.xml"/></Relationships>
</file>

<file path=ppt/slides/_rels/slide7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9.emf"/><Relationship Id="rId1" Type="http://schemas.openxmlformats.org/officeDocument/2006/relationships/slideLayout" Target="../slideLayouts/slideLayout1.xml"/></Relationships>
</file>

<file path=ppt/slides/_rels/slide7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0.emf"/><Relationship Id="rId1" Type="http://schemas.openxmlformats.org/officeDocument/2006/relationships/slideLayout" Target="../slideLayouts/slideLayout1.xml"/></Relationships>
</file>

<file path=ppt/slides/_rels/slide7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1.emf"/><Relationship Id="rId1" Type="http://schemas.openxmlformats.org/officeDocument/2006/relationships/slideLayout" Target="../slideLayouts/slideLayout1.xml"/></Relationships>
</file>

<file path=ppt/slides/_rels/slide7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2.emf"/><Relationship Id="rId1" Type="http://schemas.openxmlformats.org/officeDocument/2006/relationships/slideLayout" Target="../slideLayouts/slideLayout1.xml"/></Relationships>
</file>

<file path=ppt/slides/_rels/slide7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3.emf"/><Relationship Id="rId1" Type="http://schemas.openxmlformats.org/officeDocument/2006/relationships/slideLayout" Target="../slideLayouts/slideLayout1.xml"/></Relationships>
</file>

<file path=ppt/slides/_rels/slide7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4.emf"/><Relationship Id="rId1" Type="http://schemas.openxmlformats.org/officeDocument/2006/relationships/slideLayout" Target="../slideLayouts/slideLayout1.xml"/></Relationships>
</file>

<file path=ppt/slides/_rels/slide7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5.emf"/><Relationship Id="rId1" Type="http://schemas.openxmlformats.org/officeDocument/2006/relationships/slideLayout" Target="../slideLayouts/slideLayout1.xml"/></Relationships>
</file>

<file path=ppt/slides/_rels/slide7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6.emf"/><Relationship Id="rId1" Type="http://schemas.openxmlformats.org/officeDocument/2006/relationships/slideLayout" Target="../slideLayouts/slideLayout1.xml"/></Relationships>
</file>

<file path=ppt/slides/_rels/slide7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7.emf"/><Relationship Id="rId1" Type="http://schemas.openxmlformats.org/officeDocument/2006/relationships/slideLayout" Target="../slideLayouts/slideLayout1.xml"/></Relationships>
</file>

<file path=ppt/slides/_rels/slide7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8.emf"/><Relationship Id="rId1" Type="http://schemas.openxmlformats.org/officeDocument/2006/relationships/slideLayout" Target="../slideLayouts/slideLayout1.xml"/></Relationships>
</file>

<file path=ppt/slides/_rels/slide7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9.emf"/><Relationship Id="rId1" Type="http://schemas.openxmlformats.org/officeDocument/2006/relationships/slideLayout" Target="../slideLayouts/slideLayout1.xml"/></Relationships>
</file>

<file path=ppt/slides/_rels/slide7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emf"/><Relationship Id="rId1" Type="http://schemas.openxmlformats.org/officeDocument/2006/relationships/slideLayout" Target="../slideLayouts/slideLayout1.xml"/></Relationships>
</file>

<file path=ppt/slides/_rels/slide7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1.emf"/><Relationship Id="rId1" Type="http://schemas.openxmlformats.org/officeDocument/2006/relationships/slideLayout" Target="../slideLayouts/slideLayout1.xml"/></Relationships>
</file>

<file path=ppt/slides/_rels/slide7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2.emf"/><Relationship Id="rId1" Type="http://schemas.openxmlformats.org/officeDocument/2006/relationships/slideLayout" Target="../slideLayouts/slideLayout1.xml"/></Relationships>
</file>

<file path=ppt/slides/_rels/slide7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3.emf"/><Relationship Id="rId1" Type="http://schemas.openxmlformats.org/officeDocument/2006/relationships/slideLayout" Target="../slideLayouts/slideLayout1.xml"/></Relationships>
</file>

<file path=ppt/slides/_rels/slide7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4.emf"/><Relationship Id="rId1" Type="http://schemas.openxmlformats.org/officeDocument/2006/relationships/slideLayout" Target="../slideLayouts/slideLayout1.xml"/></Relationships>
</file>

<file path=ppt/slides/_rels/slide7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5.emf"/><Relationship Id="rId1" Type="http://schemas.openxmlformats.org/officeDocument/2006/relationships/slideLayout" Target="../slideLayouts/slideLayout1.xml"/></Relationships>
</file>

<file path=ppt/slides/_rels/slide7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6.emf"/><Relationship Id="rId1" Type="http://schemas.openxmlformats.org/officeDocument/2006/relationships/slideLayout" Target="../slideLayouts/slideLayout1.xml"/></Relationships>
</file>

<file path=ppt/slides/_rels/slide7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7.emf"/><Relationship Id="rId1" Type="http://schemas.openxmlformats.org/officeDocument/2006/relationships/slideLayout" Target="../slideLayouts/slideLayout1.xml"/></Relationships>
</file>

<file path=ppt/slides/_rels/slide7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8.emf"/><Relationship Id="rId1" Type="http://schemas.openxmlformats.org/officeDocument/2006/relationships/slideLayout" Target="../slideLayouts/slideLayout1.xml"/></Relationships>
</file>

<file path=ppt/slides/_rels/slide7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9.emf"/><Relationship Id="rId1" Type="http://schemas.openxmlformats.org/officeDocument/2006/relationships/slideLayout" Target="../slideLayouts/slideLayout1.xml"/></Relationships>
</file>

<file path=ppt/slides/_rels/slide7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0.emf"/><Relationship Id="rId1" Type="http://schemas.openxmlformats.org/officeDocument/2006/relationships/slideLayout" Target="../slideLayouts/slideLayout1.xml"/></Relationships>
</file>

<file path=ppt/slides/_rels/slide7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1.emf"/><Relationship Id="rId1" Type="http://schemas.openxmlformats.org/officeDocument/2006/relationships/slideLayout" Target="../slideLayouts/slideLayout1.xml"/></Relationships>
</file>

<file path=ppt/slides/_rels/slide7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2.emf"/><Relationship Id="rId1" Type="http://schemas.openxmlformats.org/officeDocument/2006/relationships/slideLayout" Target="../slideLayouts/slideLayout1.xml"/></Relationships>
</file>

<file path=ppt/slides/_rels/slide7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3.emf"/><Relationship Id="rId1" Type="http://schemas.openxmlformats.org/officeDocument/2006/relationships/slideLayout" Target="../slideLayouts/slideLayout1.xml"/></Relationships>
</file>

<file path=ppt/slides/_rels/slide7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4.emf"/><Relationship Id="rId1" Type="http://schemas.openxmlformats.org/officeDocument/2006/relationships/slideLayout" Target="../slideLayouts/slideLayout1.xml"/></Relationships>
</file>

<file path=ppt/slides/_rels/slide7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5.emf"/><Relationship Id="rId1" Type="http://schemas.openxmlformats.org/officeDocument/2006/relationships/slideLayout" Target="../slideLayouts/slideLayout1.xml"/></Relationships>
</file>

<file path=ppt/slides/_rels/slide7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6.emf"/><Relationship Id="rId1" Type="http://schemas.openxmlformats.org/officeDocument/2006/relationships/slideLayout" Target="../slideLayouts/slideLayout1.xml"/></Relationships>
</file>

<file path=ppt/slides/_rels/slide7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7.emf"/><Relationship Id="rId1" Type="http://schemas.openxmlformats.org/officeDocument/2006/relationships/slideLayout" Target="../slideLayouts/slideLayout1.xml"/></Relationships>
</file>

<file path=ppt/slides/_rels/slide7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8.emf"/><Relationship Id="rId1" Type="http://schemas.openxmlformats.org/officeDocument/2006/relationships/slideLayout" Target="../slideLayouts/slideLayout1.xml"/></Relationships>
</file>

<file path=ppt/slides/_rels/slide7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9.emf"/><Relationship Id="rId1" Type="http://schemas.openxmlformats.org/officeDocument/2006/relationships/slideLayout" Target="../slideLayouts/slideLayout1.xml"/></Relationships>
</file>

<file path=ppt/slides/_rels/slide7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0.emf"/><Relationship Id="rId1" Type="http://schemas.openxmlformats.org/officeDocument/2006/relationships/slideLayout" Target="../slideLayouts/slideLayout1.xml"/></Relationships>
</file>

<file path=ppt/slides/_rels/slide7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1.emf"/><Relationship Id="rId1" Type="http://schemas.openxmlformats.org/officeDocument/2006/relationships/slideLayout" Target="../slideLayouts/slideLayout1.xml"/></Relationships>
</file>

<file path=ppt/slides/_rels/slide7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2.emf"/><Relationship Id="rId1" Type="http://schemas.openxmlformats.org/officeDocument/2006/relationships/slideLayout" Target="../slideLayouts/slideLayout1.xml"/></Relationships>
</file>

<file path=ppt/slides/_rels/slide7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3.emf"/><Relationship Id="rId1" Type="http://schemas.openxmlformats.org/officeDocument/2006/relationships/slideLayout" Target="../slideLayouts/slideLayout1.xml"/></Relationships>
</file>

<file path=ppt/slides/_rels/slide7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4.emf"/><Relationship Id="rId1" Type="http://schemas.openxmlformats.org/officeDocument/2006/relationships/slideLayout" Target="../slideLayouts/slideLayout1.xml"/></Relationships>
</file>

<file path=ppt/slides/_rels/slide7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5.emf"/><Relationship Id="rId1" Type="http://schemas.openxmlformats.org/officeDocument/2006/relationships/slideLayout" Target="../slideLayouts/slideLayout1.xml"/></Relationships>
</file>

<file path=ppt/slides/_rels/slide7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6.emf"/><Relationship Id="rId1" Type="http://schemas.openxmlformats.org/officeDocument/2006/relationships/slideLayout" Target="../slideLayouts/slideLayout1.xml"/></Relationships>
</file>

<file path=ppt/slides/_rels/slide7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7.emf"/><Relationship Id="rId1" Type="http://schemas.openxmlformats.org/officeDocument/2006/relationships/slideLayout" Target="../slideLayouts/slideLayout1.xml"/></Relationships>
</file>

<file path=ppt/slides/_rels/slide7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8.emf"/><Relationship Id="rId1" Type="http://schemas.openxmlformats.org/officeDocument/2006/relationships/slideLayout" Target="../slideLayouts/slideLayout1.xml"/></Relationships>
</file>

<file path=ppt/slides/_rels/slide7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9.emf"/><Relationship Id="rId1" Type="http://schemas.openxmlformats.org/officeDocument/2006/relationships/slideLayout" Target="../slideLayouts/slideLayout1.xml"/></Relationships>
</file>

<file path=ppt/slides/_rels/slide7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0.emf"/><Relationship Id="rId1" Type="http://schemas.openxmlformats.org/officeDocument/2006/relationships/slideLayout" Target="../slideLayouts/slideLayout1.xml"/></Relationships>
</file>

<file path=ppt/slides/_rels/slide7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1.emf"/><Relationship Id="rId1" Type="http://schemas.openxmlformats.org/officeDocument/2006/relationships/slideLayout" Target="../slideLayouts/slideLayout1.xml"/></Relationships>
</file>

<file path=ppt/slides/_rels/slide7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2.emf"/><Relationship Id="rId1" Type="http://schemas.openxmlformats.org/officeDocument/2006/relationships/slideLayout" Target="../slideLayouts/slideLayout1.xml"/></Relationships>
</file>

<file path=ppt/slides/_rels/slide7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3.emf"/><Relationship Id="rId1" Type="http://schemas.openxmlformats.org/officeDocument/2006/relationships/slideLayout" Target="../slideLayouts/slideLayout1.xml"/></Relationships>
</file>

<file path=ppt/slides/_rels/slide7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4.emf"/><Relationship Id="rId1" Type="http://schemas.openxmlformats.org/officeDocument/2006/relationships/slideLayout" Target="../slideLayouts/slideLayout1.xml"/></Relationships>
</file>

<file path=ppt/slides/_rels/slide7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5.emf"/><Relationship Id="rId1" Type="http://schemas.openxmlformats.org/officeDocument/2006/relationships/slideLayout" Target="../slideLayouts/slideLayout1.xml"/></Relationships>
</file>

<file path=ppt/slides/_rels/slide7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6.emf"/><Relationship Id="rId1" Type="http://schemas.openxmlformats.org/officeDocument/2006/relationships/slideLayout" Target="../slideLayouts/slideLayout1.xml"/></Relationships>
</file>

<file path=ppt/slides/_rels/slide7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7.emf"/><Relationship Id="rId1" Type="http://schemas.openxmlformats.org/officeDocument/2006/relationships/slideLayout" Target="../slideLayouts/slideLayout1.xml"/></Relationships>
</file>

<file path=ppt/slides/_rels/slide7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8.emf"/><Relationship Id="rId1" Type="http://schemas.openxmlformats.org/officeDocument/2006/relationships/slideLayout" Target="../slideLayouts/slideLayout1.xml"/></Relationships>
</file>

<file path=ppt/slides/_rels/slide7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9.emf"/><Relationship Id="rId1" Type="http://schemas.openxmlformats.org/officeDocument/2006/relationships/slideLayout" Target="../slideLayouts/slideLayout1.xml"/></Relationships>
</file>

<file path=ppt/slides/_rels/slide7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0.emf"/><Relationship Id="rId1" Type="http://schemas.openxmlformats.org/officeDocument/2006/relationships/slideLayout" Target="../slideLayouts/slideLayout1.xml"/></Relationships>
</file>

<file path=ppt/slides/_rels/slide7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1.emf"/><Relationship Id="rId1" Type="http://schemas.openxmlformats.org/officeDocument/2006/relationships/slideLayout" Target="../slideLayouts/slideLayout1.xml"/></Relationships>
</file>

<file path=ppt/slides/_rels/slide7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2.emf"/><Relationship Id="rId1" Type="http://schemas.openxmlformats.org/officeDocument/2006/relationships/slideLayout" Target="../slideLayouts/slideLayout1.xml"/></Relationships>
</file>

<file path=ppt/slides/_rels/slide7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3.emf"/><Relationship Id="rId1" Type="http://schemas.openxmlformats.org/officeDocument/2006/relationships/slideLayout" Target="../slideLayouts/slideLayout1.xml"/></Relationships>
</file>

<file path=ppt/slides/_rels/slide7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4.emf"/><Relationship Id="rId1" Type="http://schemas.openxmlformats.org/officeDocument/2006/relationships/slideLayout" Target="../slideLayouts/slideLayout1.xml"/></Relationships>
</file>

<file path=ppt/slides/_rels/slide7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5.emf"/><Relationship Id="rId1" Type="http://schemas.openxmlformats.org/officeDocument/2006/relationships/slideLayout" Target="../slideLayouts/slideLayout1.xml"/></Relationships>
</file>

<file path=ppt/slides/_rels/slide7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6.emf"/><Relationship Id="rId1" Type="http://schemas.openxmlformats.org/officeDocument/2006/relationships/slideLayout" Target="../slideLayouts/slideLayout1.xml"/></Relationships>
</file>

<file path=ppt/slides/_rels/slide7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7.emf"/><Relationship Id="rId1" Type="http://schemas.openxmlformats.org/officeDocument/2006/relationships/slideLayout" Target="../slideLayouts/slideLayout1.xml"/></Relationships>
</file>

<file path=ppt/slides/_rels/slide7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8.emf"/><Relationship Id="rId1" Type="http://schemas.openxmlformats.org/officeDocument/2006/relationships/slideLayout" Target="../slideLayouts/slideLayout1.xml"/></Relationships>
</file>

<file path=ppt/slides/_rels/slide7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9.emf"/><Relationship Id="rId1" Type="http://schemas.openxmlformats.org/officeDocument/2006/relationships/slideLayout" Target="../slideLayouts/slideLayout1.xml"/></Relationships>
</file>

<file path=ppt/slides/_rels/slide7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emf"/><Relationship Id="rId1" Type="http://schemas.openxmlformats.org/officeDocument/2006/relationships/slideLayout" Target="../slideLayouts/slideLayout1.xml"/></Relationships>
</file>

<file path=ppt/slides/_rels/slide7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1.emf"/><Relationship Id="rId1" Type="http://schemas.openxmlformats.org/officeDocument/2006/relationships/slideLayout" Target="../slideLayouts/slideLayout1.xml"/></Relationships>
</file>

<file path=ppt/slides/_rels/slide7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2.emf"/><Relationship Id="rId1" Type="http://schemas.openxmlformats.org/officeDocument/2006/relationships/slideLayout" Target="../slideLayouts/slideLayout1.xml"/></Relationships>
</file>

<file path=ppt/slides/_rels/slide7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3.emf"/><Relationship Id="rId1" Type="http://schemas.openxmlformats.org/officeDocument/2006/relationships/slideLayout" Target="../slideLayouts/slideLayout1.xml"/></Relationships>
</file>

<file path=ppt/slides/_rels/slide7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4.emf"/><Relationship Id="rId1" Type="http://schemas.openxmlformats.org/officeDocument/2006/relationships/slideLayout" Target="../slideLayouts/slideLayout1.xml"/></Relationships>
</file>

<file path=ppt/slides/_rels/slide7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5.emf"/><Relationship Id="rId1" Type="http://schemas.openxmlformats.org/officeDocument/2006/relationships/slideLayout" Target="../slideLayouts/slideLayout1.xml"/></Relationships>
</file>

<file path=ppt/slides/_rels/slide7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6.emf"/><Relationship Id="rId1" Type="http://schemas.openxmlformats.org/officeDocument/2006/relationships/slideLayout" Target="../slideLayouts/slideLayout1.xml"/></Relationships>
</file>

<file path=ppt/slides/_rels/slide7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7.emf"/><Relationship Id="rId1" Type="http://schemas.openxmlformats.org/officeDocument/2006/relationships/slideLayout" Target="../slideLayouts/slideLayout1.xml"/></Relationships>
</file>

<file path=ppt/slides/_rels/slide7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8.emf"/><Relationship Id="rId1" Type="http://schemas.openxmlformats.org/officeDocument/2006/relationships/slideLayout" Target="../slideLayouts/slideLayout1.xml"/></Relationships>
</file>

<file path=ppt/slides/_rels/slide7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9.emf"/><Relationship Id="rId1" Type="http://schemas.openxmlformats.org/officeDocument/2006/relationships/slideLayout" Target="../slideLayouts/slideLayout1.xml"/></Relationships>
</file>

<file path=ppt/slides/_rels/slide7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emf"/><Relationship Id="rId1" Type="http://schemas.openxmlformats.org/officeDocument/2006/relationships/slideLayout" Target="../slideLayouts/slideLayout1.xml"/></Relationships>
</file>

<file path=ppt/slides/_rels/slide7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1.emf"/><Relationship Id="rId1" Type="http://schemas.openxmlformats.org/officeDocument/2006/relationships/slideLayout" Target="../slideLayouts/slideLayout1.xml"/></Relationships>
</file>

<file path=ppt/slides/_rels/slide7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2.emf"/><Relationship Id="rId1" Type="http://schemas.openxmlformats.org/officeDocument/2006/relationships/slideLayout" Target="../slideLayouts/slideLayout1.xml"/></Relationships>
</file>

<file path=ppt/slides/_rels/slide7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3.emf"/><Relationship Id="rId1" Type="http://schemas.openxmlformats.org/officeDocument/2006/relationships/slideLayout" Target="../slideLayouts/slideLayout1.xml"/></Relationships>
</file>

<file path=ppt/slides/_rels/slide7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4.emf"/><Relationship Id="rId1" Type="http://schemas.openxmlformats.org/officeDocument/2006/relationships/slideLayout" Target="../slideLayouts/slideLayout1.xml"/></Relationships>
</file>

<file path=ppt/slides/_rels/slide7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5.emf"/><Relationship Id="rId1" Type="http://schemas.openxmlformats.org/officeDocument/2006/relationships/slideLayout" Target="../slideLayouts/slideLayout1.xml"/></Relationships>
</file>

<file path=ppt/slides/_rels/slide7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6.emf"/><Relationship Id="rId1" Type="http://schemas.openxmlformats.org/officeDocument/2006/relationships/slideLayout" Target="../slideLayouts/slideLayout1.xml"/></Relationships>
</file>

<file path=ppt/slides/_rels/slide7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7.emf"/><Relationship Id="rId1" Type="http://schemas.openxmlformats.org/officeDocument/2006/relationships/slideLayout" Target="../slideLayouts/slideLayout1.xml"/></Relationships>
</file>

<file path=ppt/slides/_rels/slide7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8.emf"/><Relationship Id="rId1" Type="http://schemas.openxmlformats.org/officeDocument/2006/relationships/slideLayout" Target="../slideLayouts/slideLayout1.xml"/></Relationships>
</file>

<file path=ppt/slides/_rels/slide8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9.emf"/><Relationship Id="rId1" Type="http://schemas.openxmlformats.org/officeDocument/2006/relationships/slideLayout" Target="../slideLayouts/slideLayout1.xml"/></Relationships>
</file>

<file path=ppt/slides/_rels/slide8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emf"/><Relationship Id="rId1" Type="http://schemas.openxmlformats.org/officeDocument/2006/relationships/slideLayout" Target="../slideLayouts/slideLayout1.xml"/></Relationships>
</file>

<file path=ppt/slides/_rels/slide8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1.emf"/><Relationship Id="rId1" Type="http://schemas.openxmlformats.org/officeDocument/2006/relationships/slideLayout" Target="../slideLayouts/slideLayout1.xml"/></Relationships>
</file>

<file path=ppt/slides/_rels/slide8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2.emf"/><Relationship Id="rId1" Type="http://schemas.openxmlformats.org/officeDocument/2006/relationships/slideLayout" Target="../slideLayouts/slideLayout1.xml"/></Relationships>
</file>

<file path=ppt/slides/_rels/slide8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3.emf"/><Relationship Id="rId1" Type="http://schemas.openxmlformats.org/officeDocument/2006/relationships/slideLayout" Target="../slideLayouts/slideLayout1.xml"/></Relationships>
</file>

<file path=ppt/slides/_rels/slide8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4.emf"/><Relationship Id="rId1" Type="http://schemas.openxmlformats.org/officeDocument/2006/relationships/slideLayout" Target="../slideLayouts/slideLayout1.xml"/></Relationships>
</file>

<file path=ppt/slides/_rels/slide8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5.emf"/><Relationship Id="rId1" Type="http://schemas.openxmlformats.org/officeDocument/2006/relationships/slideLayout" Target="../slideLayouts/slideLayout1.xml"/></Relationships>
</file>

<file path=ppt/slides/_rels/slide8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6.emf"/><Relationship Id="rId1" Type="http://schemas.openxmlformats.org/officeDocument/2006/relationships/slideLayout" Target="../slideLayouts/slideLayout1.xml"/></Relationships>
</file>

<file path=ppt/slides/_rels/slide8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7.emf"/><Relationship Id="rId1" Type="http://schemas.openxmlformats.org/officeDocument/2006/relationships/slideLayout" Target="../slideLayouts/slideLayout1.xml"/></Relationships>
</file>

<file path=ppt/slides/_rels/slide8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8.emf"/><Relationship Id="rId1" Type="http://schemas.openxmlformats.org/officeDocument/2006/relationships/slideLayout" Target="../slideLayouts/slideLayout1.xml"/></Relationships>
</file>

<file path=ppt/slides/_rels/slide8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9.emf"/><Relationship Id="rId1" Type="http://schemas.openxmlformats.org/officeDocument/2006/relationships/slideLayout" Target="../slideLayouts/slideLayout1.xml"/></Relationships>
</file>

<file path=ppt/slides/_rels/slide8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emf"/><Relationship Id="rId1" Type="http://schemas.openxmlformats.org/officeDocument/2006/relationships/slideLayout" Target="../slideLayouts/slideLayout1.xml"/></Relationships>
</file>

<file path=ppt/slides/_rels/slide8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1.emf"/><Relationship Id="rId1" Type="http://schemas.openxmlformats.org/officeDocument/2006/relationships/slideLayout" Target="../slideLayouts/slideLayout1.xml"/></Relationships>
</file>

<file path=ppt/slides/_rels/slide8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2.emf"/><Relationship Id="rId1" Type="http://schemas.openxmlformats.org/officeDocument/2006/relationships/slideLayout" Target="../slideLayouts/slideLayout1.xml"/></Relationships>
</file>

<file path=ppt/slides/_rels/slide8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3.emf"/><Relationship Id="rId1" Type="http://schemas.openxmlformats.org/officeDocument/2006/relationships/slideLayout" Target="../slideLayouts/slideLayout1.xml"/></Relationships>
</file>

<file path=ppt/slides/_rels/slide8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4.emf"/><Relationship Id="rId1" Type="http://schemas.openxmlformats.org/officeDocument/2006/relationships/slideLayout" Target="../slideLayouts/slideLayout1.xml"/></Relationships>
</file>

<file path=ppt/slides/_rels/slide8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5.emf"/><Relationship Id="rId1" Type="http://schemas.openxmlformats.org/officeDocument/2006/relationships/slideLayout" Target="../slideLayouts/slideLayout1.xml"/></Relationships>
</file>

<file path=ppt/slides/_rels/slide8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6.emf"/><Relationship Id="rId1" Type="http://schemas.openxmlformats.org/officeDocument/2006/relationships/slideLayout" Target="../slideLayouts/slideLayout1.xml"/></Relationships>
</file>

<file path=ppt/slides/_rels/slide8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7.emf"/><Relationship Id="rId1" Type="http://schemas.openxmlformats.org/officeDocument/2006/relationships/slideLayout" Target="../slideLayouts/slideLayout1.xml"/></Relationships>
</file>

<file path=ppt/slides/_rels/slide8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8.emf"/><Relationship Id="rId1" Type="http://schemas.openxmlformats.org/officeDocument/2006/relationships/slideLayout" Target="../slideLayouts/slideLayout1.xml"/></Relationships>
</file>

<file path=ppt/slides/_rels/slide8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9.emf"/><Relationship Id="rId1" Type="http://schemas.openxmlformats.org/officeDocument/2006/relationships/slideLayout" Target="../slideLayouts/slideLayout1.xml"/></Relationships>
</file>

<file path=ppt/slides/_rels/slide8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.emf"/><Relationship Id="rId1" Type="http://schemas.openxmlformats.org/officeDocument/2006/relationships/slideLayout" Target="../slideLayouts/slideLayout1.xml"/></Relationships>
</file>

<file path=ppt/slides/_rels/slide8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1.emf"/><Relationship Id="rId1" Type="http://schemas.openxmlformats.org/officeDocument/2006/relationships/slideLayout" Target="../slideLayouts/slideLayout1.xml"/></Relationships>
</file>

<file path=ppt/slides/_rels/slide8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2.emf"/><Relationship Id="rId1" Type="http://schemas.openxmlformats.org/officeDocument/2006/relationships/slideLayout" Target="../slideLayouts/slideLayout1.xml"/></Relationships>
</file>

<file path=ppt/slides/_rels/slide8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3.emf"/><Relationship Id="rId1" Type="http://schemas.openxmlformats.org/officeDocument/2006/relationships/slideLayout" Target="../slideLayouts/slideLayout1.xml"/></Relationships>
</file>

<file path=ppt/slides/_rels/slide8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4.emf"/><Relationship Id="rId1" Type="http://schemas.openxmlformats.org/officeDocument/2006/relationships/slideLayout" Target="../slideLayouts/slideLayout1.xml"/></Relationships>
</file>

<file path=ppt/slides/_rels/slide8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5.emf"/><Relationship Id="rId1" Type="http://schemas.openxmlformats.org/officeDocument/2006/relationships/slideLayout" Target="../slideLayouts/slideLayout1.xml"/></Relationships>
</file>

<file path=ppt/slides/_rels/slide8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6.emf"/><Relationship Id="rId1" Type="http://schemas.openxmlformats.org/officeDocument/2006/relationships/slideLayout" Target="../slideLayouts/slideLayout1.xml"/></Relationships>
</file>

<file path=ppt/slides/_rels/slide8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7.emf"/><Relationship Id="rId1" Type="http://schemas.openxmlformats.org/officeDocument/2006/relationships/slideLayout" Target="../slideLayouts/slideLayout1.xml"/></Relationships>
</file>

<file path=ppt/slides/_rels/slide8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8.emf"/><Relationship Id="rId1" Type="http://schemas.openxmlformats.org/officeDocument/2006/relationships/slideLayout" Target="../slideLayouts/slideLayout1.xml"/></Relationships>
</file>

<file path=ppt/slides/_rels/slide8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9.emf"/><Relationship Id="rId1" Type="http://schemas.openxmlformats.org/officeDocument/2006/relationships/slideLayout" Target="../slideLayouts/slideLayout1.xml"/></Relationships>
</file>

<file path=ppt/slides/_rels/slide8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0.emf"/><Relationship Id="rId1" Type="http://schemas.openxmlformats.org/officeDocument/2006/relationships/slideLayout" Target="../slideLayouts/slideLayout1.xml"/></Relationships>
</file>

<file path=ppt/slides/_rels/slide8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1.emf"/><Relationship Id="rId1" Type="http://schemas.openxmlformats.org/officeDocument/2006/relationships/slideLayout" Target="../slideLayouts/slideLayout1.xml"/></Relationships>
</file>

<file path=ppt/slides/_rels/slide8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2.emf"/><Relationship Id="rId1" Type="http://schemas.openxmlformats.org/officeDocument/2006/relationships/slideLayout" Target="../slideLayouts/slideLayout1.xml"/></Relationships>
</file>

<file path=ppt/slides/_rels/slide8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3.emf"/><Relationship Id="rId1" Type="http://schemas.openxmlformats.org/officeDocument/2006/relationships/slideLayout" Target="../slideLayouts/slideLayout1.xml"/></Relationships>
</file>

<file path=ppt/slides/_rels/slide8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4.emf"/><Relationship Id="rId1" Type="http://schemas.openxmlformats.org/officeDocument/2006/relationships/slideLayout" Target="../slideLayouts/slideLayout1.xml"/></Relationships>
</file>

<file path=ppt/slides/_rels/slide8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5.emf"/><Relationship Id="rId1" Type="http://schemas.openxmlformats.org/officeDocument/2006/relationships/slideLayout" Target="../slideLayouts/slideLayout1.xml"/></Relationships>
</file>

<file path=ppt/slides/_rels/slide8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6.emf"/><Relationship Id="rId1" Type="http://schemas.openxmlformats.org/officeDocument/2006/relationships/slideLayout" Target="../slideLayouts/slideLayout1.xml"/></Relationships>
</file>

<file path=ppt/slides/_rels/slide8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7.emf"/><Relationship Id="rId1" Type="http://schemas.openxmlformats.org/officeDocument/2006/relationships/slideLayout" Target="../slideLayouts/slideLayout1.xml"/></Relationships>
</file>

<file path=ppt/slides/_rels/slide8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8.emf"/><Relationship Id="rId1" Type="http://schemas.openxmlformats.org/officeDocument/2006/relationships/slideLayout" Target="../slideLayouts/slideLayout1.xml"/></Relationships>
</file>

<file path=ppt/slides/_rels/slide8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9.emf"/><Relationship Id="rId1" Type="http://schemas.openxmlformats.org/officeDocument/2006/relationships/slideLayout" Target="../slideLayouts/slideLayout1.xml"/></Relationships>
</file>

<file path=ppt/slides/_rels/slide8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0.emf"/><Relationship Id="rId1" Type="http://schemas.openxmlformats.org/officeDocument/2006/relationships/slideLayout" Target="../slideLayouts/slideLayout1.xml"/></Relationships>
</file>

<file path=ppt/slides/_rels/slide8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1.emf"/><Relationship Id="rId1" Type="http://schemas.openxmlformats.org/officeDocument/2006/relationships/slideLayout" Target="../slideLayouts/slideLayout1.xml"/></Relationships>
</file>

<file path=ppt/slides/_rels/slide8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2.emf"/><Relationship Id="rId1" Type="http://schemas.openxmlformats.org/officeDocument/2006/relationships/slideLayout" Target="../slideLayouts/slideLayout1.xml"/></Relationships>
</file>

<file path=ppt/slides/_rels/slide8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3.emf"/><Relationship Id="rId1" Type="http://schemas.openxmlformats.org/officeDocument/2006/relationships/slideLayout" Target="../slideLayouts/slideLayout1.xml"/></Relationships>
</file>

<file path=ppt/slides/_rels/slide8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4.emf"/><Relationship Id="rId1" Type="http://schemas.openxmlformats.org/officeDocument/2006/relationships/slideLayout" Target="../slideLayouts/slideLayout1.xml"/></Relationships>
</file>

<file path=ppt/slides/_rels/slide8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5.emf"/><Relationship Id="rId1" Type="http://schemas.openxmlformats.org/officeDocument/2006/relationships/slideLayout" Target="../slideLayouts/slideLayout1.xml"/></Relationships>
</file>

<file path=ppt/slides/_rels/slide8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6.emf"/><Relationship Id="rId1" Type="http://schemas.openxmlformats.org/officeDocument/2006/relationships/slideLayout" Target="../slideLayouts/slideLayout1.xml"/></Relationships>
</file>

<file path=ppt/slides/_rels/slide8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7.emf"/><Relationship Id="rId1" Type="http://schemas.openxmlformats.org/officeDocument/2006/relationships/slideLayout" Target="../slideLayouts/slideLayout1.xml"/></Relationships>
</file>

<file path=ppt/slides/_rels/slide8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8.emf"/><Relationship Id="rId1" Type="http://schemas.openxmlformats.org/officeDocument/2006/relationships/slideLayout" Target="../slideLayouts/slideLayout1.xml"/></Relationships>
</file>

<file path=ppt/slides/_rels/slide8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9.emf"/><Relationship Id="rId1" Type="http://schemas.openxmlformats.org/officeDocument/2006/relationships/slideLayout" Target="../slideLayouts/slideLayout1.xml"/></Relationships>
</file>

<file path=ppt/slides/_rels/slide8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0.emf"/><Relationship Id="rId1" Type="http://schemas.openxmlformats.org/officeDocument/2006/relationships/slideLayout" Target="../slideLayouts/slideLayout1.xml"/></Relationships>
</file>

<file path=ppt/slides/_rels/slide8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1.emf"/><Relationship Id="rId1" Type="http://schemas.openxmlformats.org/officeDocument/2006/relationships/slideLayout" Target="../slideLayouts/slideLayout1.xml"/></Relationships>
</file>

<file path=ppt/slides/_rels/slide8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40000"/>
                <a:lumOff val="6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95422" y="2456229"/>
            <a:ext cx="11605846" cy="1338828"/>
          </a:xfrm>
          <a:prstGeom prst="rect">
            <a:avLst/>
          </a:prstGeom>
          <a:solidFill>
            <a:schemeClr val="bg1"/>
          </a:solidFill>
          <a:ln w="508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Análise das </a:t>
            </a:r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Despesas com </a:t>
            </a:r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Folha de </a:t>
            </a:r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Pessoal </a:t>
            </a:r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 Mato Grosso do Sul</a:t>
            </a:r>
          </a:p>
          <a:p>
            <a:pPr algn="ctr"/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Janeiro/2015 – </a:t>
            </a:r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Agosto/2025</a:t>
            </a:r>
          </a:p>
          <a:p>
            <a:pPr algn="ctr"/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Parte </a:t>
            </a:r>
            <a:r>
              <a:rPr lang="pt-BR" sz="2700" b="1" smtClean="0">
                <a:latin typeface="Arial" panose="020B0604020202020204" pitchFamily="34" charset="0"/>
                <a:cs typeface="Arial" panose="020B0604020202020204" pitchFamily="34" charset="0"/>
              </a:rPr>
              <a:t>2 –Categorias </a:t>
            </a:r>
            <a:r>
              <a:rPr lang="pt-BR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 Servidores</a:t>
            </a:r>
            <a:endParaRPr lang="pt-BR" sz="27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11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154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709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2019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551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623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9520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499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8764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78617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5085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42270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556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2396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4141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141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73293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8333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49527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9993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87256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82291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97421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19686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06219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22598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92806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48774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30350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22482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45014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62445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47468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15363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96454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21757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52745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0245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7052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83621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8878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01509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156141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554944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521039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80512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333829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1944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73148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56581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321052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62301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035661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57456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26823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3096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438453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830054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12417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427668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53596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511085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411687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6528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36255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135940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073413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001317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576855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1706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57297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974114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238436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098370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833038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18908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73108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112595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02326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893308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18822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544517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748763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069371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35685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980768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129131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433825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623612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1364106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319411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124788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2" y="86583"/>
            <a:ext cx="11968750" cy="6660580"/>
          </a:xfrm>
          <a:prstGeom prst="rect">
            <a:avLst/>
          </a:prstGeom>
          <a:ln w="1016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41176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119535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874955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5" y="110828"/>
            <a:ext cx="11961486" cy="6636336"/>
          </a:xfrm>
          <a:prstGeom prst="rect">
            <a:avLst/>
          </a:prstGeom>
          <a:ln w="1016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06817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012207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970396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5739755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064466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017350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112919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29834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149936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67466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5785677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516910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2" y="124679"/>
            <a:ext cx="12008547" cy="6608631"/>
          </a:xfrm>
          <a:prstGeom prst="rect">
            <a:avLst/>
          </a:prstGeom>
          <a:ln w="1016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314874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788033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" y="110839"/>
            <a:ext cx="11956471" cy="6622469"/>
          </a:xfrm>
          <a:prstGeom prst="rect">
            <a:avLst/>
          </a:prstGeom>
          <a:ln w="1016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61134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898026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1349311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472692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478244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268620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852356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254384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5505992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329958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7322517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442929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118605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659051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57994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9719541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712495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848784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6027419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1958655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0423672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213283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5858680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2270669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2311241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767922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5737765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0940299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3828876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7652129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9986391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1685689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536184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0836787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062750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047462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016324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0249176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8961021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1963004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315643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9338350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813412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220275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8247783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65934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970651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1021300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0665909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0929074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546351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008013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9988578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6215031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877320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8332519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8059980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495449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6283058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034933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6315381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6816028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2418492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814762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4058883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1078542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2528732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344902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7095787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0710702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0773349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060208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1342517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572142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3571742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1773751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4591689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1973187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8538164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115779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5177112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1093171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8070482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5847733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9490259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3993358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4319590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5791155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2285231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5840016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6528536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497990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6348004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6493310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9080012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8361799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562071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0290668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595775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2471613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864360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59482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7275472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961239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7115871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92277772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94391764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5168333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03356606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036482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1444587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6143613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7860352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9037596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0667039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4564594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5158862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66975757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6513372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0581726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26560536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5707486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74184113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5268402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20485719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45666200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3674319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08253949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43448756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7854910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10639471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84551753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5109650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14177456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9444824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8844458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67962135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6706718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62912822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9498583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6133839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94063510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98238538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09682535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91842792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02376769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0037130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1912144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7854030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4746882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03997043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22254691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2446672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03109151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0917368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35420599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93450001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1860004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8769975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75817794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8447651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70945729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40809940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41556329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71930472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208591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4544201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9715238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30015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07353439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95323957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1705164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98499921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4020194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32887451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43886960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36174650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32810133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41475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56374249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2840271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05622958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7830282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4907572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77461030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78756101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16777221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90288232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70448706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34941750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59935622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2354317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61179300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5042817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1256135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38461045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44354414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6168892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72150043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93623007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625677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6154981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54401139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54782422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49656106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74247863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73427757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40366270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21359272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0025721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1883989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09474804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2347754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3761538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36289707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1461191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37294618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1366232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66854651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38591157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73496738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62602150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64960221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69733084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4546730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2479187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97499245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2631664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88168750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7243804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8689038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11095509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89195714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42713308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8651461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64171139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7300285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26547634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72848467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4473439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9306153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73464055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88173256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37397173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6553376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9152103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1383189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27960881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8395125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9667064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18558970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2004696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36097238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15731338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42413472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80497723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58588376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82960652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81275362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20530688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63012771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09715260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53439767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94695038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54624835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50515137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77130599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40727312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64290004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25612963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12997828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03173047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49421433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92280901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99034641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72313488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14976823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28632811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80363917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17571093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54222036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24791904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11437890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9254271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20655649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1855981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0344699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75190675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46326921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99796843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0172716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51401798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84499011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9773354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32980141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4413716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4601601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12105285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54537527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73804310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55815245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90745056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7915686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06062174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14368176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4000446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10512738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28963878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93075429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66499767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28002473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62663177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86744348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75802088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57114415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69161670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0837415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53285493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1832921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38937358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13948030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29864318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76697661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74778124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4741787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7570203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44839981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6459287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11764643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13461155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66411610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04909221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00768298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35405980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02749354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38172230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47077410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8569471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2429865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0297627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76623094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6333474"/>
      </p:ext>
    </p:extLst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67405443"/>
      </p:ext>
    </p:extLst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57897069"/>
      </p:ext>
    </p:extLst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9515486"/>
      </p:ext>
    </p:extLst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69240074"/>
      </p:ext>
    </p:extLst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1064604"/>
      </p:ext>
    </p:extLst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71871007"/>
      </p:ext>
    </p:extLst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1208733"/>
      </p:ext>
    </p:extLst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66181434"/>
      </p:ext>
    </p:extLst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74984452"/>
      </p:ext>
    </p:extLst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88170348"/>
      </p:ext>
    </p:extLst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87485074"/>
      </p:ext>
    </p:extLst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2306484"/>
      </p:ext>
    </p:extLst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43100053"/>
      </p:ext>
    </p:extLst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69404349"/>
      </p:ext>
    </p:extLst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47499861"/>
      </p:ext>
    </p:extLst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2527299"/>
      </p:ext>
    </p:extLst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84921763"/>
      </p:ext>
    </p:extLst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41858895"/>
      </p:ext>
    </p:extLst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58890698"/>
      </p:ext>
    </p:extLst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07179600"/>
      </p:ext>
    </p:extLst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8822464"/>
      </p:ext>
    </p:extLst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92849836"/>
      </p:ext>
    </p:extLst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0034322"/>
      </p:ext>
    </p:extLst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6226352"/>
      </p:ext>
    </p:extLst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42210119"/>
      </p:ext>
    </p:extLst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78205301"/>
      </p:ext>
    </p:extLst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77325220"/>
      </p:ext>
    </p:extLst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9126922"/>
      </p:ext>
    </p:extLst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7046878"/>
      </p:ext>
    </p:extLst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81383689"/>
      </p:ext>
    </p:extLst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20610696"/>
      </p:ext>
    </p:extLst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6181290"/>
      </p:ext>
    </p:extLst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60138446"/>
      </p:ext>
    </p:extLst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18403870"/>
      </p:ext>
    </p:extLst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07994741"/>
      </p:ext>
    </p:extLst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79266798"/>
      </p:ext>
    </p:extLst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48454188"/>
      </p:ext>
    </p:extLst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05898861"/>
      </p:ext>
    </p:extLst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2259867"/>
      </p:ext>
    </p:extLst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8151387"/>
      </p:ext>
    </p:extLst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82891061"/>
      </p:ext>
    </p:extLst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17429894"/>
      </p:ext>
    </p:extLst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9393030"/>
      </p:ext>
    </p:extLst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3873977"/>
      </p:ext>
    </p:extLst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03094389"/>
      </p:ext>
    </p:extLst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61640217"/>
      </p:ext>
    </p:extLst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01767940"/>
      </p:ext>
    </p:extLst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62746854"/>
      </p:ext>
    </p:extLst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95853722"/>
      </p:ext>
    </p:extLst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71302476"/>
      </p:ext>
    </p:extLst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79496442"/>
      </p:ext>
    </p:extLst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64116876"/>
      </p:ext>
    </p:extLst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54932483"/>
      </p:ext>
    </p:extLst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60390482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05451827"/>
      </p:ext>
    </p:extLst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70391115"/>
      </p:ext>
    </p:extLst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35230071"/>
      </p:ext>
    </p:extLst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84852124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39106716"/>
      </p:ext>
    </p:extLst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76709154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95700869"/>
      </p:ext>
    </p:extLst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93204018"/>
      </p:ext>
    </p:extLst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23279154"/>
      </p:ext>
    </p:extLst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1911411"/>
      </p:ext>
    </p:extLst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73798088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73732525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283322"/>
      </p:ext>
    </p:extLst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00549287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68431717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5696990"/>
      </p:ext>
    </p:extLst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8316786"/>
      </p:ext>
    </p:extLst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09929000"/>
      </p:ext>
    </p:extLst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5004787"/>
      </p:ext>
    </p:extLst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32177360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33053307"/>
      </p:ext>
    </p:extLst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96393256"/>
      </p:ext>
    </p:extLst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20353011"/>
      </p:ext>
    </p:extLst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82797397"/>
      </p:ext>
    </p:extLst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13289018"/>
      </p:ext>
    </p:extLst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0555274"/>
      </p:ext>
    </p:extLst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0600531"/>
      </p:ext>
    </p:extLst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27152936"/>
      </p:ext>
    </p:extLst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14652434"/>
      </p:ext>
    </p:extLst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4105392"/>
      </p:ext>
    </p:extLst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32670391"/>
      </p:ext>
    </p:extLst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16049494"/>
      </p:ext>
    </p:extLst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08386459"/>
      </p:ext>
    </p:extLst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6834550"/>
      </p:ext>
    </p:extLst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71744125"/>
      </p:ext>
    </p:extLst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6035073"/>
      </p:ext>
    </p:extLst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08137064"/>
      </p:ext>
    </p:extLst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54642526"/>
      </p:ext>
    </p:extLst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1395748"/>
      </p:ext>
    </p:extLst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5821801"/>
      </p:ext>
    </p:extLst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33023798"/>
      </p:ext>
    </p:extLst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31157330"/>
      </p:ext>
    </p:extLst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62840720"/>
      </p:ext>
    </p:extLst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7238768"/>
      </p:ext>
    </p:extLst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5172468"/>
      </p:ext>
    </p:extLst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523340"/>
      </p:ext>
    </p:extLst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6551643"/>
      </p:ext>
    </p:extLst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33572435"/>
      </p:ext>
    </p:extLst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04213769"/>
      </p:ext>
    </p:extLst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40339025"/>
      </p:ext>
    </p:extLst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1595344"/>
      </p:ext>
    </p:extLst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2950883"/>
      </p:ext>
    </p:extLst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7928871"/>
      </p:ext>
    </p:extLst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11041913"/>
      </p:ext>
    </p:extLst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41882594"/>
      </p:ext>
    </p:extLst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67051443"/>
      </p:ext>
    </p:extLst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0671156"/>
      </p:ext>
    </p:extLst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91063609"/>
      </p:ext>
    </p:extLst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74550661"/>
      </p:ext>
    </p:extLst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7928354"/>
      </p:ext>
    </p:extLst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37013491"/>
      </p:ext>
    </p:extLst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40875439"/>
      </p:ext>
    </p:extLst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6839421"/>
      </p:ext>
    </p:extLst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82956723"/>
      </p:ext>
    </p:extLst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45494938"/>
      </p:ext>
    </p:extLst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02109053"/>
      </p:ext>
    </p:extLst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5909369"/>
      </p:ext>
    </p:extLst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78549200"/>
      </p:ext>
    </p:extLst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49503168"/>
      </p:ext>
    </p:extLst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57267244"/>
      </p:ext>
    </p:extLst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17152944"/>
      </p:ext>
    </p:extLst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5067389"/>
      </p:ext>
    </p:extLst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83763526"/>
      </p:ext>
    </p:extLst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35044491"/>
      </p:ext>
    </p:extLst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18879339"/>
      </p:ext>
    </p:extLst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81160920"/>
      </p:ext>
    </p:extLst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58913025"/>
      </p:ext>
    </p:extLst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94422504"/>
      </p:ext>
    </p:extLst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71093058"/>
      </p:ext>
    </p:extLst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7289636"/>
      </p:ext>
    </p:extLst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93853328"/>
      </p:ext>
    </p:extLst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44669267"/>
      </p:ext>
    </p:extLst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33259963"/>
      </p:ext>
    </p:extLst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268998"/>
      </p:ext>
    </p:extLst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04828590"/>
      </p:ext>
    </p:extLst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83450673"/>
      </p:ext>
    </p:extLst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42874990"/>
      </p:ext>
    </p:extLst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79248995"/>
      </p:ext>
    </p:extLst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48562029"/>
      </p:ext>
    </p:extLst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56766457"/>
      </p:ext>
    </p:extLst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85218670"/>
      </p:ext>
    </p:extLst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09469770"/>
      </p:ext>
    </p:extLst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76356030"/>
      </p:ext>
    </p:extLst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2819449"/>
      </p:ext>
    </p:extLst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44197114"/>
      </p:ext>
    </p:extLst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13056175"/>
      </p:ext>
    </p:extLst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35172950"/>
      </p:ext>
    </p:extLst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26087581"/>
      </p:ext>
    </p:extLst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81513787"/>
      </p:ext>
    </p:extLst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80758383"/>
      </p:ext>
    </p:extLst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1780719"/>
      </p:ext>
    </p:extLst>
  </p:cSld>
  <p:clrMapOvr>
    <a:masterClrMapping/>
  </p:clrMapOvr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90523368"/>
      </p:ext>
    </p:extLst>
  </p:cSld>
  <p:clrMapOvr>
    <a:masterClrMapping/>
  </p:clrMapOvr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1878675"/>
      </p:ext>
    </p:extLst>
  </p:cSld>
  <p:clrMapOvr>
    <a:masterClrMapping/>
  </p:clrMapOvr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61166153"/>
      </p:ext>
    </p:extLst>
  </p:cSld>
  <p:clrMapOvr>
    <a:masterClrMapping/>
  </p:clrMapOvr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80758536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35001067"/>
      </p:ext>
    </p:extLst>
  </p:cSld>
  <p:clrMapOvr>
    <a:masterClrMapping/>
  </p:clrMapOvr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76645463"/>
      </p:ext>
    </p:extLst>
  </p:cSld>
  <p:clrMapOvr>
    <a:masterClrMapping/>
  </p:clrMapOvr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6159092"/>
      </p:ext>
    </p:extLst>
  </p:cSld>
  <p:clrMapOvr>
    <a:masterClrMapping/>
  </p:clrMapOvr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4705754"/>
      </p:ext>
    </p:extLst>
  </p:cSld>
  <p:clrMapOvr>
    <a:masterClrMapping/>
  </p:clrMapOvr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02800773"/>
      </p:ext>
    </p:extLst>
  </p:cSld>
  <p:clrMapOvr>
    <a:masterClrMapping/>
  </p:clrMapOvr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6223748"/>
      </p:ext>
    </p:extLst>
  </p:cSld>
  <p:clrMapOvr>
    <a:masterClrMapping/>
  </p:clrMapOvr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94216406"/>
      </p:ext>
    </p:extLst>
  </p:cSld>
  <p:clrMapOvr>
    <a:masterClrMapping/>
  </p:clrMapOvr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81632558"/>
      </p:ext>
    </p:extLst>
  </p:cSld>
  <p:clrMapOvr>
    <a:masterClrMapping/>
  </p:clrMapOvr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81537652"/>
      </p:ext>
    </p:extLst>
  </p:cSld>
  <p:clrMapOvr>
    <a:masterClrMapping/>
  </p:clrMapOvr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3922436"/>
      </p:ext>
    </p:extLst>
  </p:cSld>
  <p:clrMapOvr>
    <a:masterClrMapping/>
  </p:clrMapOvr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84004263"/>
      </p:ext>
    </p:extLst>
  </p:cSld>
  <p:clrMapOvr>
    <a:masterClrMapping/>
  </p:clrMapOvr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93848796"/>
      </p:ext>
    </p:extLst>
  </p:cSld>
  <p:clrMapOvr>
    <a:masterClrMapping/>
  </p:clrMapOvr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11006234"/>
      </p:ext>
    </p:extLst>
  </p:cSld>
  <p:clrMapOvr>
    <a:masterClrMapping/>
  </p:clrMapOvr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54186041"/>
      </p:ext>
    </p:extLst>
  </p:cSld>
  <p:clrMapOvr>
    <a:masterClrMapping/>
  </p:clrMapOvr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87539279"/>
      </p:ext>
    </p:extLst>
  </p:cSld>
  <p:clrMapOvr>
    <a:masterClrMapping/>
  </p:clrMapOvr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59658662"/>
      </p:ext>
    </p:extLst>
  </p:cSld>
  <p:clrMapOvr>
    <a:masterClrMapping/>
  </p:clrMapOvr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0725552"/>
      </p:ext>
    </p:extLst>
  </p:cSld>
  <p:clrMapOvr>
    <a:masterClrMapping/>
  </p:clrMapOvr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37182462"/>
      </p:ext>
    </p:extLst>
  </p:cSld>
  <p:clrMapOvr>
    <a:masterClrMapping/>
  </p:clrMapOvr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98019580"/>
      </p:ext>
    </p:extLst>
  </p:cSld>
  <p:clrMapOvr>
    <a:masterClrMapping/>
  </p:clrMapOvr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59772632"/>
      </p:ext>
    </p:extLst>
  </p:cSld>
  <p:clrMapOvr>
    <a:masterClrMapping/>
  </p:clrMapOvr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09493271"/>
      </p:ext>
    </p:extLst>
  </p:cSld>
  <p:clrMapOvr>
    <a:masterClrMapping/>
  </p:clrMapOvr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56792647"/>
      </p:ext>
    </p:extLst>
  </p:cSld>
  <p:clrMapOvr>
    <a:masterClrMapping/>
  </p:clrMapOvr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78871553"/>
      </p:ext>
    </p:extLst>
  </p:cSld>
  <p:clrMapOvr>
    <a:masterClrMapping/>
  </p:clrMapOvr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2220383"/>
      </p:ext>
    </p:extLst>
  </p:cSld>
  <p:clrMapOvr>
    <a:masterClrMapping/>
  </p:clrMapOvr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49840099"/>
      </p:ext>
    </p:extLst>
  </p:cSld>
  <p:clrMapOvr>
    <a:masterClrMapping/>
  </p:clrMapOvr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57717029"/>
      </p:ext>
    </p:extLst>
  </p:cSld>
  <p:clrMapOvr>
    <a:masterClrMapping/>
  </p:clrMapOvr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94052807"/>
      </p:ext>
    </p:extLst>
  </p:cSld>
  <p:clrMapOvr>
    <a:masterClrMapping/>
  </p:clrMapOvr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33302986"/>
      </p:ext>
    </p:extLst>
  </p:cSld>
  <p:clrMapOvr>
    <a:masterClrMapping/>
  </p:clrMapOvr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48038587"/>
      </p:ext>
    </p:extLst>
  </p:cSld>
  <p:clrMapOvr>
    <a:masterClrMapping/>
  </p:clrMapOvr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0527029"/>
      </p:ext>
    </p:extLst>
  </p:cSld>
  <p:clrMapOvr>
    <a:masterClrMapping/>
  </p:clrMapOvr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33438023"/>
      </p:ext>
    </p:extLst>
  </p:cSld>
  <p:clrMapOvr>
    <a:masterClrMapping/>
  </p:clrMapOvr>
</p:sld>
</file>

<file path=ppt/slides/slide6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6551930"/>
      </p:ext>
    </p:extLst>
  </p:cSld>
  <p:clrMapOvr>
    <a:masterClrMapping/>
  </p:clrMapOvr>
</p:sld>
</file>

<file path=ppt/slides/slide6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5799648"/>
      </p:ext>
    </p:extLst>
  </p:cSld>
  <p:clrMapOvr>
    <a:masterClrMapping/>
  </p:clrMapOvr>
</p:sld>
</file>

<file path=ppt/slides/slide6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46112727"/>
      </p:ext>
    </p:extLst>
  </p:cSld>
  <p:clrMapOvr>
    <a:masterClrMapping/>
  </p:clrMapOvr>
</p:sld>
</file>

<file path=ppt/slides/slide6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3174184"/>
      </p:ext>
    </p:extLst>
  </p:cSld>
  <p:clrMapOvr>
    <a:masterClrMapping/>
  </p:clrMapOvr>
</p:sld>
</file>

<file path=ppt/slides/slide6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614188"/>
      </p:ext>
    </p:extLst>
  </p:cSld>
  <p:clrMapOvr>
    <a:masterClrMapping/>
  </p:clrMapOvr>
</p:sld>
</file>

<file path=ppt/slides/slide6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52698050"/>
      </p:ext>
    </p:extLst>
  </p:cSld>
  <p:clrMapOvr>
    <a:masterClrMapping/>
  </p:clrMapOvr>
</p:sld>
</file>

<file path=ppt/slides/slide6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70586009"/>
      </p:ext>
    </p:extLst>
  </p:cSld>
  <p:clrMapOvr>
    <a:masterClrMapping/>
  </p:clrMapOvr>
</p:sld>
</file>

<file path=ppt/slides/slide6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8293238"/>
      </p:ext>
    </p:extLst>
  </p:cSld>
  <p:clrMapOvr>
    <a:masterClrMapping/>
  </p:clrMapOvr>
</p:sld>
</file>

<file path=ppt/slides/slide6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43701074"/>
      </p:ext>
    </p:extLst>
  </p:cSld>
  <p:clrMapOvr>
    <a:masterClrMapping/>
  </p:clrMapOvr>
</p:sld>
</file>

<file path=ppt/slides/slide6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9214745"/>
      </p:ext>
    </p:extLst>
  </p:cSld>
  <p:clrMapOvr>
    <a:masterClrMapping/>
  </p:clrMapOvr>
</p:sld>
</file>

<file path=ppt/slides/slide6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08002618"/>
      </p:ext>
    </p:extLst>
  </p:cSld>
  <p:clrMapOvr>
    <a:masterClrMapping/>
  </p:clrMapOvr>
</p:sld>
</file>

<file path=ppt/slides/slide6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05310293"/>
      </p:ext>
    </p:extLst>
  </p:cSld>
  <p:clrMapOvr>
    <a:masterClrMapping/>
  </p:clrMapOvr>
</p:sld>
</file>

<file path=ppt/slides/slide6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2528106"/>
      </p:ext>
    </p:extLst>
  </p:cSld>
  <p:clrMapOvr>
    <a:masterClrMapping/>
  </p:clrMapOvr>
</p:sld>
</file>

<file path=ppt/slides/slide6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8266689"/>
      </p:ext>
    </p:extLst>
  </p:cSld>
  <p:clrMapOvr>
    <a:masterClrMapping/>
  </p:clrMapOvr>
</p:sld>
</file>

<file path=ppt/slides/slide6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00359528"/>
      </p:ext>
    </p:extLst>
  </p:cSld>
  <p:clrMapOvr>
    <a:masterClrMapping/>
  </p:clrMapOvr>
</p:sld>
</file>

<file path=ppt/slides/slide6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696946"/>
      </p:ext>
    </p:extLst>
  </p:cSld>
  <p:clrMapOvr>
    <a:masterClrMapping/>
  </p:clrMapOvr>
</p:sld>
</file>

<file path=ppt/slides/slide6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01771765"/>
      </p:ext>
    </p:extLst>
  </p:cSld>
  <p:clrMapOvr>
    <a:masterClrMapping/>
  </p:clrMapOvr>
</p:sld>
</file>

<file path=ppt/slides/slide6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75566778"/>
      </p:ext>
    </p:extLst>
  </p:cSld>
  <p:clrMapOvr>
    <a:masterClrMapping/>
  </p:clrMapOvr>
</p:sld>
</file>

<file path=ppt/slides/slide6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70929017"/>
      </p:ext>
    </p:extLst>
  </p:cSld>
  <p:clrMapOvr>
    <a:masterClrMapping/>
  </p:clrMapOvr>
</p:sld>
</file>

<file path=ppt/slides/slide6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5436090"/>
      </p:ext>
    </p:extLst>
  </p:cSld>
  <p:clrMapOvr>
    <a:masterClrMapping/>
  </p:clrMapOvr>
</p:sld>
</file>

<file path=ppt/slides/slide6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753638"/>
      </p:ext>
    </p:extLst>
  </p:cSld>
  <p:clrMapOvr>
    <a:masterClrMapping/>
  </p:clrMapOvr>
</p:sld>
</file>

<file path=ppt/slides/slide6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89659199"/>
      </p:ext>
    </p:extLst>
  </p:cSld>
  <p:clrMapOvr>
    <a:masterClrMapping/>
  </p:clrMapOvr>
</p:sld>
</file>

<file path=ppt/slides/slide6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39690424"/>
      </p:ext>
    </p:extLst>
  </p:cSld>
  <p:clrMapOvr>
    <a:masterClrMapping/>
  </p:clrMapOvr>
</p:sld>
</file>

<file path=ppt/slides/slide6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2448280"/>
      </p:ext>
    </p:extLst>
  </p:cSld>
  <p:clrMapOvr>
    <a:masterClrMapping/>
  </p:clrMapOvr>
</p:sld>
</file>

<file path=ppt/slides/slide6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49528479"/>
      </p:ext>
    </p:extLst>
  </p:cSld>
  <p:clrMapOvr>
    <a:masterClrMapping/>
  </p:clrMapOvr>
</p:sld>
</file>

<file path=ppt/slides/slide6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15991014"/>
      </p:ext>
    </p:extLst>
  </p:cSld>
  <p:clrMapOvr>
    <a:masterClrMapping/>
  </p:clrMapOvr>
</p:sld>
</file>

<file path=ppt/slides/slide6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6289298"/>
      </p:ext>
    </p:extLst>
  </p:cSld>
  <p:clrMapOvr>
    <a:masterClrMapping/>
  </p:clrMapOvr>
</p:sld>
</file>

<file path=ppt/slides/slide6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78042096"/>
      </p:ext>
    </p:extLst>
  </p:cSld>
  <p:clrMapOvr>
    <a:masterClrMapping/>
  </p:clrMapOvr>
</p:sld>
</file>

<file path=ppt/slides/slide6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22938276"/>
      </p:ext>
    </p:extLst>
  </p:cSld>
  <p:clrMapOvr>
    <a:masterClrMapping/>
  </p:clrMapOvr>
</p:sld>
</file>

<file path=ppt/slides/slide6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97151241"/>
      </p:ext>
    </p:extLst>
  </p:cSld>
  <p:clrMapOvr>
    <a:masterClrMapping/>
  </p:clrMapOvr>
</p:sld>
</file>

<file path=ppt/slides/slide6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42253208"/>
      </p:ext>
    </p:extLst>
  </p:cSld>
  <p:clrMapOvr>
    <a:masterClrMapping/>
  </p:clrMapOvr>
</p:sld>
</file>

<file path=ppt/slides/slide6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5729881"/>
      </p:ext>
    </p:extLst>
  </p:cSld>
  <p:clrMapOvr>
    <a:masterClrMapping/>
  </p:clrMapOvr>
</p:sld>
</file>

<file path=ppt/slides/slide6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3959151"/>
      </p:ext>
    </p:extLst>
  </p:cSld>
  <p:clrMapOvr>
    <a:masterClrMapping/>
  </p:clrMapOvr>
</p:sld>
</file>

<file path=ppt/slides/slide6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24215416"/>
      </p:ext>
    </p:extLst>
  </p:cSld>
  <p:clrMapOvr>
    <a:masterClrMapping/>
  </p:clrMapOvr>
</p:sld>
</file>

<file path=ppt/slides/slide6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09960199"/>
      </p:ext>
    </p:extLst>
  </p:cSld>
  <p:clrMapOvr>
    <a:masterClrMapping/>
  </p:clrMapOvr>
</p:sld>
</file>

<file path=ppt/slides/slide6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58067815"/>
      </p:ext>
    </p:extLst>
  </p:cSld>
  <p:clrMapOvr>
    <a:masterClrMapping/>
  </p:clrMapOvr>
</p:sld>
</file>

<file path=ppt/slides/slide6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88552243"/>
      </p:ext>
    </p:extLst>
  </p:cSld>
  <p:clrMapOvr>
    <a:masterClrMapping/>
  </p:clrMapOvr>
</p:sld>
</file>

<file path=ppt/slides/slide6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42526882"/>
      </p:ext>
    </p:extLst>
  </p:cSld>
  <p:clrMapOvr>
    <a:masterClrMapping/>
  </p:clrMapOvr>
</p:sld>
</file>

<file path=ppt/slides/slide6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92607682"/>
      </p:ext>
    </p:extLst>
  </p:cSld>
  <p:clrMapOvr>
    <a:masterClrMapping/>
  </p:clrMapOvr>
</p:sld>
</file>

<file path=ppt/slides/slide6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58446461"/>
      </p:ext>
    </p:extLst>
  </p:cSld>
  <p:clrMapOvr>
    <a:masterClrMapping/>
  </p:clrMapOvr>
</p:sld>
</file>

<file path=ppt/slides/slide6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93719171"/>
      </p:ext>
    </p:extLst>
  </p:cSld>
  <p:clrMapOvr>
    <a:masterClrMapping/>
  </p:clrMapOvr>
</p:sld>
</file>

<file path=ppt/slides/slide6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7815045"/>
      </p:ext>
    </p:extLst>
  </p:cSld>
  <p:clrMapOvr>
    <a:masterClrMapping/>
  </p:clrMapOvr>
</p:sld>
</file>

<file path=ppt/slides/slide6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14853764"/>
      </p:ext>
    </p:extLst>
  </p:cSld>
  <p:clrMapOvr>
    <a:masterClrMapping/>
  </p:clrMapOvr>
</p:sld>
</file>

<file path=ppt/slides/slide6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14373149"/>
      </p:ext>
    </p:extLst>
  </p:cSld>
  <p:clrMapOvr>
    <a:masterClrMapping/>
  </p:clrMapOvr>
</p:sld>
</file>

<file path=ppt/slides/slide6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5679711"/>
      </p:ext>
    </p:extLst>
  </p:cSld>
  <p:clrMapOvr>
    <a:masterClrMapping/>
  </p:clrMapOvr>
</p:sld>
</file>

<file path=ppt/slides/slide6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614217"/>
      </p:ext>
    </p:extLst>
  </p:cSld>
  <p:clrMapOvr>
    <a:masterClrMapping/>
  </p:clrMapOvr>
</p:sld>
</file>

<file path=ppt/slides/slide6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4242333"/>
      </p:ext>
    </p:extLst>
  </p:cSld>
  <p:clrMapOvr>
    <a:masterClrMapping/>
  </p:clrMapOvr>
</p:sld>
</file>

<file path=ppt/slides/slide6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3228656"/>
      </p:ext>
    </p:extLst>
  </p:cSld>
  <p:clrMapOvr>
    <a:masterClrMapping/>
  </p:clrMapOvr>
</p:sld>
</file>

<file path=ppt/slides/slide6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09359212"/>
      </p:ext>
    </p:extLst>
  </p:cSld>
  <p:clrMapOvr>
    <a:masterClrMapping/>
  </p:clrMapOvr>
</p:sld>
</file>

<file path=ppt/slides/slide6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0053828"/>
      </p:ext>
    </p:extLst>
  </p:cSld>
  <p:clrMapOvr>
    <a:masterClrMapping/>
  </p:clrMapOvr>
</p:sld>
</file>

<file path=ppt/slides/slide6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00578324"/>
      </p:ext>
    </p:extLst>
  </p:cSld>
  <p:clrMapOvr>
    <a:masterClrMapping/>
  </p:clrMapOvr>
</p:sld>
</file>

<file path=ppt/slides/slide6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19735907"/>
      </p:ext>
    </p:extLst>
  </p:cSld>
  <p:clrMapOvr>
    <a:masterClrMapping/>
  </p:clrMapOvr>
</p:sld>
</file>

<file path=ppt/slides/slide6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0459440"/>
      </p:ext>
    </p:extLst>
  </p:cSld>
  <p:clrMapOvr>
    <a:masterClrMapping/>
  </p:clrMapOvr>
</p:sld>
</file>

<file path=ppt/slides/slide6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22371146"/>
      </p:ext>
    </p:extLst>
  </p:cSld>
  <p:clrMapOvr>
    <a:masterClrMapping/>
  </p:clrMapOvr>
</p:sld>
</file>

<file path=ppt/slides/slide6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16099332"/>
      </p:ext>
    </p:extLst>
  </p:cSld>
  <p:clrMapOvr>
    <a:masterClrMapping/>
  </p:clrMapOvr>
</p:sld>
</file>

<file path=ppt/slides/slide6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91643895"/>
      </p:ext>
    </p:extLst>
  </p:cSld>
  <p:clrMapOvr>
    <a:masterClrMapping/>
  </p:clrMapOvr>
</p:sld>
</file>

<file path=ppt/slides/slide6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53754982"/>
      </p:ext>
    </p:extLst>
  </p:cSld>
  <p:clrMapOvr>
    <a:masterClrMapping/>
  </p:clrMapOvr>
</p:sld>
</file>

<file path=ppt/slides/slide6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85019558"/>
      </p:ext>
    </p:extLst>
  </p:cSld>
  <p:clrMapOvr>
    <a:masterClrMapping/>
  </p:clrMapOvr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02218939"/>
      </p:ext>
    </p:extLst>
  </p:cSld>
  <p:clrMapOvr>
    <a:masterClrMapping/>
  </p:clrMapOvr>
</p:sld>
</file>

<file path=ppt/slides/slide7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13066500"/>
      </p:ext>
    </p:extLst>
  </p:cSld>
  <p:clrMapOvr>
    <a:masterClrMapping/>
  </p:clrMapOvr>
</p:sld>
</file>

<file path=ppt/slides/slide7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88572471"/>
      </p:ext>
    </p:extLst>
  </p:cSld>
  <p:clrMapOvr>
    <a:masterClrMapping/>
  </p:clrMapOvr>
</p:sld>
</file>

<file path=ppt/slides/slide7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15105444"/>
      </p:ext>
    </p:extLst>
  </p:cSld>
  <p:clrMapOvr>
    <a:masterClrMapping/>
  </p:clrMapOvr>
</p:sld>
</file>

<file path=ppt/slides/slide7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60353533"/>
      </p:ext>
    </p:extLst>
  </p:cSld>
  <p:clrMapOvr>
    <a:masterClrMapping/>
  </p:clrMapOvr>
</p:sld>
</file>

<file path=ppt/slides/slide7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23138834"/>
      </p:ext>
    </p:extLst>
  </p:cSld>
  <p:clrMapOvr>
    <a:masterClrMapping/>
  </p:clrMapOvr>
</p:sld>
</file>

<file path=ppt/slides/slide7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9101573"/>
      </p:ext>
    </p:extLst>
  </p:cSld>
  <p:clrMapOvr>
    <a:masterClrMapping/>
  </p:clrMapOvr>
</p:sld>
</file>

<file path=ppt/slides/slide7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90893388"/>
      </p:ext>
    </p:extLst>
  </p:cSld>
  <p:clrMapOvr>
    <a:masterClrMapping/>
  </p:clrMapOvr>
</p:sld>
</file>

<file path=ppt/slides/slide7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92141259"/>
      </p:ext>
    </p:extLst>
  </p:cSld>
  <p:clrMapOvr>
    <a:masterClrMapping/>
  </p:clrMapOvr>
</p:sld>
</file>

<file path=ppt/slides/slide7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54532150"/>
      </p:ext>
    </p:extLst>
  </p:cSld>
  <p:clrMapOvr>
    <a:masterClrMapping/>
  </p:clrMapOvr>
</p:sld>
</file>

<file path=ppt/slides/slide7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47473544"/>
      </p:ext>
    </p:extLst>
  </p:cSld>
  <p:clrMapOvr>
    <a:masterClrMapping/>
  </p:clrMapOvr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455183"/>
      </p:ext>
    </p:extLst>
  </p:cSld>
  <p:clrMapOvr>
    <a:masterClrMapping/>
  </p:clrMapOvr>
</p:sld>
</file>

<file path=ppt/slides/slide7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54468225"/>
      </p:ext>
    </p:extLst>
  </p:cSld>
  <p:clrMapOvr>
    <a:masterClrMapping/>
  </p:clrMapOvr>
</p:sld>
</file>

<file path=ppt/slides/slide7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23150529"/>
      </p:ext>
    </p:extLst>
  </p:cSld>
  <p:clrMapOvr>
    <a:masterClrMapping/>
  </p:clrMapOvr>
</p:sld>
</file>

<file path=ppt/slides/slide7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96402790"/>
      </p:ext>
    </p:extLst>
  </p:cSld>
  <p:clrMapOvr>
    <a:masterClrMapping/>
  </p:clrMapOvr>
</p:sld>
</file>

<file path=ppt/slides/slide7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0023649"/>
      </p:ext>
    </p:extLst>
  </p:cSld>
  <p:clrMapOvr>
    <a:masterClrMapping/>
  </p:clrMapOvr>
</p:sld>
</file>

<file path=ppt/slides/slide7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56493071"/>
      </p:ext>
    </p:extLst>
  </p:cSld>
  <p:clrMapOvr>
    <a:masterClrMapping/>
  </p:clrMapOvr>
</p:sld>
</file>

<file path=ppt/slides/slide7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23479127"/>
      </p:ext>
    </p:extLst>
  </p:cSld>
  <p:clrMapOvr>
    <a:masterClrMapping/>
  </p:clrMapOvr>
</p:sld>
</file>

<file path=ppt/slides/slide7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45864911"/>
      </p:ext>
    </p:extLst>
  </p:cSld>
  <p:clrMapOvr>
    <a:masterClrMapping/>
  </p:clrMapOvr>
</p:sld>
</file>

<file path=ppt/slides/slide7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6089775"/>
      </p:ext>
    </p:extLst>
  </p:cSld>
  <p:clrMapOvr>
    <a:masterClrMapping/>
  </p:clrMapOvr>
</p:sld>
</file>

<file path=ppt/slides/slide7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30279998"/>
      </p:ext>
    </p:extLst>
  </p:cSld>
  <p:clrMapOvr>
    <a:masterClrMapping/>
  </p:clrMapOvr>
</p:sld>
</file>

<file path=ppt/slides/slide7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93417401"/>
      </p:ext>
    </p:extLst>
  </p:cSld>
  <p:clrMapOvr>
    <a:masterClrMapping/>
  </p:clrMapOvr>
</p:sld>
</file>

<file path=ppt/slides/slide7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8644479"/>
      </p:ext>
    </p:extLst>
  </p:cSld>
  <p:clrMapOvr>
    <a:masterClrMapping/>
  </p:clrMapOvr>
</p:sld>
</file>

<file path=ppt/slides/slide7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36496306"/>
      </p:ext>
    </p:extLst>
  </p:cSld>
  <p:clrMapOvr>
    <a:masterClrMapping/>
  </p:clrMapOvr>
</p:sld>
</file>

<file path=ppt/slides/slide7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49366384"/>
      </p:ext>
    </p:extLst>
  </p:cSld>
  <p:clrMapOvr>
    <a:masterClrMapping/>
  </p:clrMapOvr>
</p:sld>
</file>

<file path=ppt/slides/slide7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41361849"/>
      </p:ext>
    </p:extLst>
  </p:cSld>
  <p:clrMapOvr>
    <a:masterClrMapping/>
  </p:clrMapOvr>
</p:sld>
</file>

<file path=ppt/slides/slide7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7399173"/>
      </p:ext>
    </p:extLst>
  </p:cSld>
  <p:clrMapOvr>
    <a:masterClrMapping/>
  </p:clrMapOvr>
</p:sld>
</file>

<file path=ppt/slides/slide7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41508850"/>
      </p:ext>
    </p:extLst>
  </p:cSld>
  <p:clrMapOvr>
    <a:masterClrMapping/>
  </p:clrMapOvr>
</p:sld>
</file>

<file path=ppt/slides/slide7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46360131"/>
      </p:ext>
    </p:extLst>
  </p:cSld>
  <p:clrMapOvr>
    <a:masterClrMapping/>
  </p:clrMapOvr>
</p:sld>
</file>

<file path=ppt/slides/slide7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68173370"/>
      </p:ext>
    </p:extLst>
  </p:cSld>
  <p:clrMapOvr>
    <a:masterClrMapping/>
  </p:clrMapOvr>
</p:sld>
</file>

<file path=ppt/slides/slide7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859982"/>
      </p:ext>
    </p:extLst>
  </p:cSld>
  <p:clrMapOvr>
    <a:masterClrMapping/>
  </p:clrMapOvr>
</p:sld>
</file>

<file path=ppt/slides/slide7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02537661"/>
      </p:ext>
    </p:extLst>
  </p:cSld>
  <p:clrMapOvr>
    <a:masterClrMapping/>
  </p:clrMapOvr>
</p:sld>
</file>

<file path=ppt/slides/slide7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89647768"/>
      </p:ext>
    </p:extLst>
  </p:cSld>
  <p:clrMapOvr>
    <a:masterClrMapping/>
  </p:clrMapOvr>
</p:sld>
</file>

<file path=ppt/slides/slide7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25855736"/>
      </p:ext>
    </p:extLst>
  </p:cSld>
  <p:clrMapOvr>
    <a:masterClrMapping/>
  </p:clrMapOvr>
</p:sld>
</file>

<file path=ppt/slides/slide7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7036675"/>
      </p:ext>
    </p:extLst>
  </p:cSld>
  <p:clrMapOvr>
    <a:masterClrMapping/>
  </p:clrMapOvr>
</p:sld>
</file>

<file path=ppt/slides/slide7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6616083"/>
      </p:ext>
    </p:extLst>
  </p:cSld>
  <p:clrMapOvr>
    <a:masterClrMapping/>
  </p:clrMapOvr>
</p:sld>
</file>

<file path=ppt/slides/slide7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45013593"/>
      </p:ext>
    </p:extLst>
  </p:cSld>
  <p:clrMapOvr>
    <a:masterClrMapping/>
  </p:clrMapOvr>
</p:sld>
</file>

<file path=ppt/slides/slide7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54747081"/>
      </p:ext>
    </p:extLst>
  </p:cSld>
  <p:clrMapOvr>
    <a:masterClrMapping/>
  </p:clrMapOvr>
</p:sld>
</file>

<file path=ppt/slides/slide7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83730526"/>
      </p:ext>
    </p:extLst>
  </p:cSld>
  <p:clrMapOvr>
    <a:masterClrMapping/>
  </p:clrMapOvr>
</p:sld>
</file>

<file path=ppt/slides/slide7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0920788"/>
      </p:ext>
    </p:extLst>
  </p:cSld>
  <p:clrMapOvr>
    <a:masterClrMapping/>
  </p:clrMapOvr>
</p:sld>
</file>

<file path=ppt/slides/slide7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08149924"/>
      </p:ext>
    </p:extLst>
  </p:cSld>
  <p:clrMapOvr>
    <a:masterClrMapping/>
  </p:clrMapOvr>
</p:sld>
</file>

<file path=ppt/slides/slide7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78785982"/>
      </p:ext>
    </p:extLst>
  </p:cSld>
  <p:clrMapOvr>
    <a:masterClrMapping/>
  </p:clrMapOvr>
</p:sld>
</file>

<file path=ppt/slides/slide7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3896122"/>
      </p:ext>
    </p:extLst>
  </p:cSld>
  <p:clrMapOvr>
    <a:masterClrMapping/>
  </p:clrMapOvr>
</p:sld>
</file>

<file path=ppt/slides/slide7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5516388"/>
      </p:ext>
    </p:extLst>
  </p:cSld>
  <p:clrMapOvr>
    <a:masterClrMapping/>
  </p:clrMapOvr>
</p:sld>
</file>

<file path=ppt/slides/slide7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52913442"/>
      </p:ext>
    </p:extLst>
  </p:cSld>
  <p:clrMapOvr>
    <a:masterClrMapping/>
  </p:clrMapOvr>
</p:sld>
</file>

<file path=ppt/slides/slide7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2425620"/>
      </p:ext>
    </p:extLst>
  </p:cSld>
  <p:clrMapOvr>
    <a:masterClrMapping/>
  </p:clrMapOvr>
</p:sld>
</file>

<file path=ppt/slides/slide7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54184733"/>
      </p:ext>
    </p:extLst>
  </p:cSld>
  <p:clrMapOvr>
    <a:masterClrMapping/>
  </p:clrMapOvr>
</p:sld>
</file>

<file path=ppt/slides/slide7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9031269"/>
      </p:ext>
    </p:extLst>
  </p:cSld>
  <p:clrMapOvr>
    <a:masterClrMapping/>
  </p:clrMapOvr>
</p:sld>
</file>

<file path=ppt/slides/slide7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97665145"/>
      </p:ext>
    </p:extLst>
  </p:cSld>
  <p:clrMapOvr>
    <a:masterClrMapping/>
  </p:clrMapOvr>
</p:sld>
</file>

<file path=ppt/slides/slide7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44269422"/>
      </p:ext>
    </p:extLst>
  </p:cSld>
  <p:clrMapOvr>
    <a:masterClrMapping/>
  </p:clrMapOvr>
</p:sld>
</file>

<file path=ppt/slides/slide7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34689918"/>
      </p:ext>
    </p:extLst>
  </p:cSld>
  <p:clrMapOvr>
    <a:masterClrMapping/>
  </p:clrMapOvr>
</p:sld>
</file>

<file path=ppt/slides/slide7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3911738"/>
      </p:ext>
    </p:extLst>
  </p:cSld>
  <p:clrMapOvr>
    <a:masterClrMapping/>
  </p:clrMapOvr>
</p:sld>
</file>

<file path=ppt/slides/slide7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37252361"/>
      </p:ext>
    </p:extLst>
  </p:cSld>
  <p:clrMapOvr>
    <a:masterClrMapping/>
  </p:clrMapOvr>
</p:sld>
</file>

<file path=ppt/slides/slide7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47224718"/>
      </p:ext>
    </p:extLst>
  </p:cSld>
  <p:clrMapOvr>
    <a:masterClrMapping/>
  </p:clrMapOvr>
</p:sld>
</file>

<file path=ppt/slides/slide7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92530838"/>
      </p:ext>
    </p:extLst>
  </p:cSld>
  <p:clrMapOvr>
    <a:masterClrMapping/>
  </p:clrMapOvr>
</p:sld>
</file>

<file path=ppt/slides/slide7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0425284"/>
      </p:ext>
    </p:extLst>
  </p:cSld>
  <p:clrMapOvr>
    <a:masterClrMapping/>
  </p:clrMapOvr>
</p:sld>
</file>

<file path=ppt/slides/slide7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208512"/>
      </p:ext>
    </p:extLst>
  </p:cSld>
  <p:clrMapOvr>
    <a:masterClrMapping/>
  </p:clrMapOvr>
</p:sld>
</file>

<file path=ppt/slides/slide7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60790003"/>
      </p:ext>
    </p:extLst>
  </p:cSld>
  <p:clrMapOvr>
    <a:masterClrMapping/>
  </p:clrMapOvr>
</p:sld>
</file>

<file path=ppt/slides/slide7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38776435"/>
      </p:ext>
    </p:extLst>
  </p:cSld>
  <p:clrMapOvr>
    <a:masterClrMapping/>
  </p:clrMapOvr>
</p:sld>
</file>

<file path=ppt/slides/slide7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34677162"/>
      </p:ext>
    </p:extLst>
  </p:cSld>
  <p:clrMapOvr>
    <a:masterClrMapping/>
  </p:clrMapOvr>
</p:sld>
</file>

<file path=ppt/slides/slide7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97150594"/>
      </p:ext>
    </p:extLst>
  </p:cSld>
  <p:clrMapOvr>
    <a:masterClrMapping/>
  </p:clrMapOvr>
</p:sld>
</file>

<file path=ppt/slides/slide7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5213826"/>
      </p:ext>
    </p:extLst>
  </p:cSld>
  <p:clrMapOvr>
    <a:masterClrMapping/>
  </p:clrMapOvr>
</p:sld>
</file>

<file path=ppt/slides/slide7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82752770"/>
      </p:ext>
    </p:extLst>
  </p:cSld>
  <p:clrMapOvr>
    <a:masterClrMapping/>
  </p:clrMapOvr>
</p:sld>
</file>

<file path=ppt/slides/slide7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28592791"/>
      </p:ext>
    </p:extLst>
  </p:cSld>
  <p:clrMapOvr>
    <a:masterClrMapping/>
  </p:clrMapOvr>
</p:sld>
</file>

<file path=ppt/slides/slide7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02454350"/>
      </p:ext>
    </p:extLst>
  </p:cSld>
  <p:clrMapOvr>
    <a:masterClrMapping/>
  </p:clrMapOvr>
</p:sld>
</file>

<file path=ppt/slides/slide7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91834349"/>
      </p:ext>
    </p:extLst>
  </p:cSld>
  <p:clrMapOvr>
    <a:masterClrMapping/>
  </p:clrMapOvr>
</p:sld>
</file>

<file path=ppt/slides/slide7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0539459"/>
      </p:ext>
    </p:extLst>
  </p:cSld>
  <p:clrMapOvr>
    <a:masterClrMapping/>
  </p:clrMapOvr>
</p:sld>
</file>

<file path=ppt/slides/slide7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8128481"/>
      </p:ext>
    </p:extLst>
  </p:cSld>
  <p:clrMapOvr>
    <a:masterClrMapping/>
  </p:clrMapOvr>
</p:sld>
</file>

<file path=ppt/slides/slide7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18739533"/>
      </p:ext>
    </p:extLst>
  </p:cSld>
  <p:clrMapOvr>
    <a:masterClrMapping/>
  </p:clrMapOvr>
</p:sld>
</file>

<file path=ppt/slides/slide7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51735231"/>
      </p:ext>
    </p:extLst>
  </p:cSld>
  <p:clrMapOvr>
    <a:masterClrMapping/>
  </p:clrMapOvr>
</p:sld>
</file>

<file path=ppt/slides/slide7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5601697"/>
      </p:ext>
    </p:extLst>
  </p:cSld>
  <p:clrMapOvr>
    <a:masterClrMapping/>
  </p:clrMapOvr>
</p:sld>
</file>

<file path=ppt/slides/slide7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3990651"/>
      </p:ext>
    </p:extLst>
  </p:cSld>
  <p:clrMapOvr>
    <a:masterClrMapping/>
  </p:clrMapOvr>
</p:sld>
</file>

<file path=ppt/slides/slide7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51706139"/>
      </p:ext>
    </p:extLst>
  </p:cSld>
  <p:clrMapOvr>
    <a:masterClrMapping/>
  </p:clrMapOvr>
</p:sld>
</file>

<file path=ppt/slides/slide7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2611023"/>
      </p:ext>
    </p:extLst>
  </p:cSld>
  <p:clrMapOvr>
    <a:masterClrMapping/>
  </p:clrMapOvr>
</p:sld>
</file>

<file path=ppt/slides/slide7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60200531"/>
      </p:ext>
    </p:extLst>
  </p:cSld>
  <p:clrMapOvr>
    <a:masterClrMapping/>
  </p:clrMapOvr>
</p:sld>
</file>

<file path=ppt/slides/slide7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9692606"/>
      </p:ext>
    </p:extLst>
  </p:cSld>
  <p:clrMapOvr>
    <a:masterClrMapping/>
  </p:clrMapOvr>
</p:sld>
</file>

<file path=ppt/slides/slide7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22428634"/>
      </p:ext>
    </p:extLst>
  </p:cSld>
  <p:clrMapOvr>
    <a:masterClrMapping/>
  </p:clrMapOvr>
</p:sld>
</file>

<file path=ppt/slides/slide7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67037132"/>
      </p:ext>
    </p:extLst>
  </p:cSld>
  <p:clrMapOvr>
    <a:masterClrMapping/>
  </p:clrMapOvr>
</p:sld>
</file>

<file path=ppt/slides/slide7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1248462"/>
      </p:ext>
    </p:extLst>
  </p:cSld>
  <p:clrMapOvr>
    <a:masterClrMapping/>
  </p:clrMapOvr>
</p:sld>
</file>

<file path=ppt/slides/slide7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4469202"/>
      </p:ext>
    </p:extLst>
  </p:cSld>
  <p:clrMapOvr>
    <a:masterClrMapping/>
  </p:clrMapOvr>
</p:sld>
</file>

<file path=ppt/slides/slide7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23437339"/>
      </p:ext>
    </p:extLst>
  </p:cSld>
  <p:clrMapOvr>
    <a:masterClrMapping/>
  </p:clrMapOvr>
</p:sld>
</file>

<file path=ppt/slides/slide7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11401482"/>
      </p:ext>
    </p:extLst>
  </p:cSld>
  <p:clrMapOvr>
    <a:masterClrMapping/>
  </p:clrMapOvr>
</p:sld>
</file>

<file path=ppt/slides/slide7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12298775"/>
      </p:ext>
    </p:extLst>
  </p:cSld>
  <p:clrMapOvr>
    <a:masterClrMapping/>
  </p:clrMapOvr>
</p:sld>
</file>

<file path=ppt/slides/slide7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58392544"/>
      </p:ext>
    </p:extLst>
  </p:cSld>
  <p:clrMapOvr>
    <a:masterClrMapping/>
  </p:clrMapOvr>
</p:sld>
</file>

<file path=ppt/slides/slide7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16412153"/>
      </p:ext>
    </p:extLst>
  </p:cSld>
  <p:clrMapOvr>
    <a:masterClrMapping/>
  </p:clrMapOvr>
</p:sld>
</file>

<file path=ppt/slides/slide7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79152691"/>
      </p:ext>
    </p:extLst>
  </p:cSld>
  <p:clrMapOvr>
    <a:masterClrMapping/>
  </p:clrMapOvr>
</p:sld>
</file>

<file path=ppt/slides/slide7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86082505"/>
      </p:ext>
    </p:extLst>
  </p:cSld>
  <p:clrMapOvr>
    <a:masterClrMapping/>
  </p:clrMapOvr>
</p:sld>
</file>

<file path=ppt/slides/slide7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78899064"/>
      </p:ext>
    </p:extLst>
  </p:cSld>
  <p:clrMapOvr>
    <a:masterClrMapping/>
  </p:clrMapOvr>
</p:sld>
</file>

<file path=ppt/slides/slide7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64475419"/>
      </p:ext>
    </p:extLst>
  </p:cSld>
  <p:clrMapOvr>
    <a:masterClrMapping/>
  </p:clrMapOvr>
</p:sld>
</file>

<file path=ppt/slides/slide7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77172659"/>
      </p:ext>
    </p:extLst>
  </p:cSld>
  <p:clrMapOvr>
    <a:masterClrMapping/>
  </p:clrMapOvr>
</p:sld>
</file>

<file path=ppt/slides/slide7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26332598"/>
      </p:ext>
    </p:extLst>
  </p:cSld>
  <p:clrMapOvr>
    <a:masterClrMapping/>
  </p:clrMapOvr>
</p:sld>
</file>

<file path=ppt/slides/slide7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692776"/>
      </p:ext>
    </p:extLst>
  </p:cSld>
  <p:clrMapOvr>
    <a:masterClrMapping/>
  </p:clrMapOvr>
</p:sld>
</file>

<file path=ppt/slides/slide7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3783"/>
      </p:ext>
    </p:extLst>
  </p:cSld>
  <p:clrMapOvr>
    <a:masterClrMapping/>
  </p:clrMapOvr>
</p:sld>
</file>

<file path=ppt/slides/slide7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20041725"/>
      </p:ext>
    </p:extLst>
  </p:cSld>
  <p:clrMapOvr>
    <a:masterClrMapping/>
  </p:clrMapOvr>
</p:sld>
</file>

<file path=ppt/slides/slide7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94414612"/>
      </p:ext>
    </p:extLst>
  </p:cSld>
  <p:clrMapOvr>
    <a:masterClrMapping/>
  </p:clrMapOvr>
</p:sld>
</file>

<file path=ppt/slides/slide7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1128686"/>
      </p:ext>
    </p:extLst>
  </p:cSld>
  <p:clrMapOvr>
    <a:masterClrMapping/>
  </p:clrMapOvr>
</p:sld>
</file>

<file path=ppt/slides/slide7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1361099"/>
      </p:ext>
    </p:extLst>
  </p:cSld>
  <p:clrMapOvr>
    <a:masterClrMapping/>
  </p:clrMapOvr>
</p:sld>
</file>

<file path=ppt/slides/slide7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46239628"/>
      </p:ext>
    </p:extLst>
  </p:cSld>
  <p:clrMapOvr>
    <a:masterClrMapping/>
  </p:clrMapOvr>
</p:sld>
</file>

<file path=ppt/slides/slide7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33453195"/>
      </p:ext>
    </p:extLst>
  </p:cSld>
  <p:clrMapOvr>
    <a:masterClrMapping/>
  </p:clrMapOvr>
</p:sld>
</file>

<file path=ppt/slides/slide7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69277415"/>
      </p:ext>
    </p:extLst>
  </p:cSld>
  <p:clrMapOvr>
    <a:masterClrMapping/>
  </p:clrMapOvr>
</p:sld>
</file>

<file path=ppt/slides/slide8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81185353"/>
      </p:ext>
    </p:extLst>
  </p:cSld>
  <p:clrMapOvr>
    <a:masterClrMapping/>
  </p:clrMapOvr>
</p:sld>
</file>

<file path=ppt/slides/slide8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84188175"/>
      </p:ext>
    </p:extLst>
  </p:cSld>
  <p:clrMapOvr>
    <a:masterClrMapping/>
  </p:clrMapOvr>
</p:sld>
</file>

<file path=ppt/slides/slide8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87213962"/>
      </p:ext>
    </p:extLst>
  </p:cSld>
  <p:clrMapOvr>
    <a:masterClrMapping/>
  </p:clrMapOvr>
</p:sld>
</file>

<file path=ppt/slides/slide8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9583010"/>
      </p:ext>
    </p:extLst>
  </p:cSld>
  <p:clrMapOvr>
    <a:masterClrMapping/>
  </p:clrMapOvr>
</p:sld>
</file>

<file path=ppt/slides/slide8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38931081"/>
      </p:ext>
    </p:extLst>
  </p:cSld>
  <p:clrMapOvr>
    <a:masterClrMapping/>
  </p:clrMapOvr>
</p:sld>
</file>

<file path=ppt/slides/slide8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99501832"/>
      </p:ext>
    </p:extLst>
  </p:cSld>
  <p:clrMapOvr>
    <a:masterClrMapping/>
  </p:clrMapOvr>
</p:sld>
</file>

<file path=ppt/slides/slide8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42695337"/>
      </p:ext>
    </p:extLst>
  </p:cSld>
  <p:clrMapOvr>
    <a:masterClrMapping/>
  </p:clrMapOvr>
</p:sld>
</file>

<file path=ppt/slides/slide8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87083677"/>
      </p:ext>
    </p:extLst>
  </p:cSld>
  <p:clrMapOvr>
    <a:masterClrMapping/>
  </p:clrMapOvr>
</p:sld>
</file>

<file path=ppt/slides/slide8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0122631"/>
      </p:ext>
    </p:extLst>
  </p:cSld>
  <p:clrMapOvr>
    <a:masterClrMapping/>
  </p:clrMapOvr>
</p:sld>
</file>

<file path=ppt/slides/slide8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24647554"/>
      </p:ext>
    </p:extLst>
  </p:cSld>
  <p:clrMapOvr>
    <a:masterClrMapping/>
  </p:clrMapOvr>
</p:sld>
</file>

<file path=ppt/slides/slide8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92886078"/>
      </p:ext>
    </p:extLst>
  </p:cSld>
  <p:clrMapOvr>
    <a:masterClrMapping/>
  </p:clrMapOvr>
</p:sld>
</file>

<file path=ppt/slides/slide8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37428880"/>
      </p:ext>
    </p:extLst>
  </p:cSld>
  <p:clrMapOvr>
    <a:masterClrMapping/>
  </p:clrMapOvr>
</p:sld>
</file>

<file path=ppt/slides/slide8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13132667"/>
      </p:ext>
    </p:extLst>
  </p:cSld>
  <p:clrMapOvr>
    <a:masterClrMapping/>
  </p:clrMapOvr>
</p:sld>
</file>

<file path=ppt/slides/slide8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96953098"/>
      </p:ext>
    </p:extLst>
  </p:cSld>
  <p:clrMapOvr>
    <a:masterClrMapping/>
  </p:clrMapOvr>
</p:sld>
</file>

<file path=ppt/slides/slide8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5789316"/>
      </p:ext>
    </p:extLst>
  </p:cSld>
  <p:clrMapOvr>
    <a:masterClrMapping/>
  </p:clrMapOvr>
</p:sld>
</file>

<file path=ppt/slides/slide8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07807388"/>
      </p:ext>
    </p:extLst>
  </p:cSld>
  <p:clrMapOvr>
    <a:masterClrMapping/>
  </p:clrMapOvr>
</p:sld>
</file>

<file path=ppt/slides/slide8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5672273"/>
      </p:ext>
    </p:extLst>
  </p:cSld>
  <p:clrMapOvr>
    <a:masterClrMapping/>
  </p:clrMapOvr>
</p:sld>
</file>

<file path=ppt/slides/slide8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587596"/>
      </p:ext>
    </p:extLst>
  </p:cSld>
  <p:clrMapOvr>
    <a:masterClrMapping/>
  </p:clrMapOvr>
</p:sld>
</file>

<file path=ppt/slides/slide8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45279216"/>
      </p:ext>
    </p:extLst>
  </p:cSld>
  <p:clrMapOvr>
    <a:masterClrMapping/>
  </p:clrMapOvr>
</p:sld>
</file>

<file path=ppt/slides/slide8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9530272"/>
      </p:ext>
    </p:extLst>
  </p:cSld>
  <p:clrMapOvr>
    <a:masterClrMapping/>
  </p:clrMapOvr>
</p:sld>
</file>

<file path=ppt/slides/slide8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5698275"/>
      </p:ext>
    </p:extLst>
  </p:cSld>
  <p:clrMapOvr>
    <a:masterClrMapping/>
  </p:clrMapOvr>
</p:sld>
</file>

<file path=ppt/slides/slide8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88418689"/>
      </p:ext>
    </p:extLst>
  </p:cSld>
  <p:clrMapOvr>
    <a:masterClrMapping/>
  </p:clrMapOvr>
</p:sld>
</file>

<file path=ppt/slides/slide8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96817699"/>
      </p:ext>
    </p:extLst>
  </p:cSld>
  <p:clrMapOvr>
    <a:masterClrMapping/>
  </p:clrMapOvr>
</p:sld>
</file>

<file path=ppt/slides/slide8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25903083"/>
      </p:ext>
    </p:extLst>
  </p:cSld>
  <p:clrMapOvr>
    <a:masterClrMapping/>
  </p:clrMapOvr>
</p:sld>
</file>

<file path=ppt/slides/slide8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87331326"/>
      </p:ext>
    </p:extLst>
  </p:cSld>
  <p:clrMapOvr>
    <a:masterClrMapping/>
  </p:clrMapOvr>
</p:sld>
</file>

<file path=ppt/slides/slide8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92107563"/>
      </p:ext>
    </p:extLst>
  </p:cSld>
  <p:clrMapOvr>
    <a:masterClrMapping/>
  </p:clrMapOvr>
</p:sld>
</file>

<file path=ppt/slides/slide8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31728971"/>
      </p:ext>
    </p:extLst>
  </p:cSld>
  <p:clrMapOvr>
    <a:masterClrMapping/>
  </p:clrMapOvr>
</p:sld>
</file>

<file path=ppt/slides/slide8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18107422"/>
      </p:ext>
    </p:extLst>
  </p:cSld>
  <p:clrMapOvr>
    <a:masterClrMapping/>
  </p:clrMapOvr>
</p:sld>
</file>

<file path=ppt/slides/slide8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1547121"/>
      </p:ext>
    </p:extLst>
  </p:cSld>
  <p:clrMapOvr>
    <a:masterClrMapping/>
  </p:clrMapOvr>
</p:sld>
</file>

<file path=ppt/slides/slide8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52790155"/>
      </p:ext>
    </p:extLst>
  </p:cSld>
  <p:clrMapOvr>
    <a:masterClrMapping/>
  </p:clrMapOvr>
</p:sld>
</file>

<file path=ppt/slides/slide8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9141763"/>
      </p:ext>
    </p:extLst>
  </p:cSld>
  <p:clrMapOvr>
    <a:masterClrMapping/>
  </p:clrMapOvr>
</p:sld>
</file>

<file path=ppt/slides/slide8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73969788"/>
      </p:ext>
    </p:extLst>
  </p:cSld>
  <p:clrMapOvr>
    <a:masterClrMapping/>
  </p:clrMapOvr>
</p:sld>
</file>

<file path=ppt/slides/slide8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19683106"/>
      </p:ext>
    </p:extLst>
  </p:cSld>
  <p:clrMapOvr>
    <a:masterClrMapping/>
  </p:clrMapOvr>
</p:sld>
</file>

<file path=ppt/slides/slide8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320678"/>
      </p:ext>
    </p:extLst>
  </p:cSld>
  <p:clrMapOvr>
    <a:masterClrMapping/>
  </p:clrMapOvr>
</p:sld>
</file>

<file path=ppt/slides/slide8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2194022"/>
      </p:ext>
    </p:extLst>
  </p:cSld>
  <p:clrMapOvr>
    <a:masterClrMapping/>
  </p:clrMapOvr>
</p:sld>
</file>

<file path=ppt/slides/slide8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25122553"/>
      </p:ext>
    </p:extLst>
  </p:cSld>
  <p:clrMapOvr>
    <a:masterClrMapping/>
  </p:clrMapOvr>
</p:sld>
</file>

<file path=ppt/slides/slide8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15819423"/>
      </p:ext>
    </p:extLst>
  </p:cSld>
  <p:clrMapOvr>
    <a:masterClrMapping/>
  </p:clrMapOvr>
</p:sld>
</file>

<file path=ppt/slides/slide8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37824416"/>
      </p:ext>
    </p:extLst>
  </p:cSld>
  <p:clrMapOvr>
    <a:masterClrMapping/>
  </p:clrMapOvr>
</p:sld>
</file>

<file path=ppt/slides/slide8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63952881"/>
      </p:ext>
    </p:extLst>
  </p:cSld>
  <p:clrMapOvr>
    <a:masterClrMapping/>
  </p:clrMapOvr>
</p:sld>
</file>

<file path=ppt/slides/slide8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46930722"/>
      </p:ext>
    </p:extLst>
  </p:cSld>
  <p:clrMapOvr>
    <a:masterClrMapping/>
  </p:clrMapOvr>
</p:sld>
</file>

<file path=ppt/slides/slide8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6910384"/>
      </p:ext>
    </p:extLst>
  </p:cSld>
  <p:clrMapOvr>
    <a:masterClrMapping/>
  </p:clrMapOvr>
</p:sld>
</file>

<file path=ppt/slides/slide8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5118876"/>
      </p:ext>
    </p:extLst>
  </p:cSld>
  <p:clrMapOvr>
    <a:masterClrMapping/>
  </p:clrMapOvr>
</p:sld>
</file>

<file path=ppt/slides/slide8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64389324"/>
      </p:ext>
    </p:extLst>
  </p:cSld>
  <p:clrMapOvr>
    <a:masterClrMapping/>
  </p:clrMapOvr>
</p:sld>
</file>

<file path=ppt/slides/slide8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73699157"/>
      </p:ext>
    </p:extLst>
  </p:cSld>
  <p:clrMapOvr>
    <a:masterClrMapping/>
  </p:clrMapOvr>
</p:sld>
</file>

<file path=ppt/slides/slide8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98949337"/>
      </p:ext>
    </p:extLst>
  </p:cSld>
  <p:clrMapOvr>
    <a:masterClrMapping/>
  </p:clrMapOvr>
</p:sld>
</file>

<file path=ppt/slides/slide8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7665108"/>
      </p:ext>
    </p:extLst>
  </p:cSld>
  <p:clrMapOvr>
    <a:masterClrMapping/>
  </p:clrMapOvr>
</p:sld>
</file>

<file path=ppt/slides/slide8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16222137"/>
      </p:ext>
    </p:extLst>
  </p:cSld>
  <p:clrMapOvr>
    <a:masterClrMapping/>
  </p:clrMapOvr>
</p:sld>
</file>

<file path=ppt/slides/slide8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37978226"/>
      </p:ext>
    </p:extLst>
  </p:cSld>
  <p:clrMapOvr>
    <a:masterClrMapping/>
  </p:clrMapOvr>
</p:sld>
</file>

<file path=ppt/slides/slide8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33289162"/>
      </p:ext>
    </p:extLst>
  </p:cSld>
  <p:clrMapOvr>
    <a:masterClrMapping/>
  </p:clrMapOvr>
</p:sld>
</file>

<file path=ppt/slides/slide8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6851613"/>
      </p:ext>
    </p:extLst>
  </p:cSld>
  <p:clrMapOvr>
    <a:masterClrMapping/>
  </p:clrMapOvr>
</p:sld>
</file>

<file path=ppt/slides/slide8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4000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95204045"/>
      </p:ext>
    </p:extLst>
  </p:cSld>
  <p:clrMapOvr>
    <a:masterClrMapping/>
  </p:clrMapOvr>
</p:sld>
</file>

<file path=ppt/slides/slide8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77701958"/>
      </p:ext>
    </p:extLst>
  </p:cSld>
  <p:clrMapOvr>
    <a:masterClrMapping/>
  </p:clrMapOvr>
</p:sld>
</file>

<file path=ppt/slides/slide8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77478524"/>
      </p:ext>
    </p:extLst>
  </p:cSld>
  <p:clrMapOvr>
    <a:masterClrMapping/>
  </p:clrMapOvr>
</p:sld>
</file>

<file path=ppt/slides/slide8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9" y="143999"/>
            <a:ext cx="11904000" cy="6570000"/>
          </a:xfrm>
          <a:prstGeom prst="rect">
            <a:avLst/>
          </a:prstGeom>
          <a:ln w="14400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8871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21</Words>
  <Application>Microsoft Office PowerPoint</Application>
  <PresentationFormat>Widescreen</PresentationFormat>
  <Paragraphs>3</Paragraphs>
  <Slides>853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853</vt:i4>
      </vt:variant>
    </vt:vector>
  </HeadingPairs>
  <TitlesOfParts>
    <vt:vector size="85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Staney Barbosa</dc:creator>
  <cp:lastModifiedBy>Staney Barbosa</cp:lastModifiedBy>
  <cp:revision>12</cp:revision>
  <dcterms:created xsi:type="dcterms:W3CDTF">2025-10-22T19:11:30Z</dcterms:created>
  <dcterms:modified xsi:type="dcterms:W3CDTF">2025-10-22T20:56:32Z</dcterms:modified>
</cp:coreProperties>
</file>