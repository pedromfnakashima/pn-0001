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tableStyles" Target="tableStyle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presProps" Target="pres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89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28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91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44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90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208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53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78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91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66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77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591D0-6A58-491F-AD0E-5D5704650667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79068-336B-404F-9962-3AC1D3DC1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85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emf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emf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emf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emf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emf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emf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emf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emf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07464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571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6644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7367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1822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204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3699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6890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3223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2527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3144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7289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39210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7715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358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583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0777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3310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5144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460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03415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193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88052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54751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84229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0043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76652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55001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79151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5703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86353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64930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8044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97543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03259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6576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70630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6250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0015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99259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2714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190221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252788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10309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13300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94812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09792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9540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55327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0847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493366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197897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23132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027975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2032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284463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932056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119770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46395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736026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628609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064834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09220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15515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98361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577674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3126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27562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62252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42372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814685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36320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029953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438244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572177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55882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91981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780191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58885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798183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432071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6108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997536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68615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026444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87480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660093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854995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345077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294124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199452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144316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820136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784919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1384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048539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30190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060615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064013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7134129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891260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92467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597940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6478827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980576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206859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761104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13008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489095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834369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725649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48316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734569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847046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69646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7800234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6117548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454862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89741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3481738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4542373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619656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0296115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8724640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34001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8200248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8664264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0421862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505344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1399468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0736289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111573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452750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910755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555119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9072015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9681245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74140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1773198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9954945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3273286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8869055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9659042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92594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7519728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8784994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9911375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550207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617871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079138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619585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6984948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3845206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757755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0235537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799787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7644705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8528302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417588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839842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5397350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2048717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1417361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5049471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6219158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2067744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8399248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8159996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3619803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1676549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4290349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596835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359548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7929612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8907054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574738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3105895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9688037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7481054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8252077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560242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7358191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3806386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2071998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490338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7147379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5108234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6586964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745742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691453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606708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810619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0330855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1760818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33050624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7647157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0161922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343920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7869688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3267695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930336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0345755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3251772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8523431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8470370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6584345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4236132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204286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656077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0572091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290130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746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212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212</vt:i4>
      </vt:variant>
    </vt:vector>
  </HeadingPairs>
  <TitlesOfParts>
    <vt:vector size="21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 Barbosa</dc:creator>
  <cp:lastModifiedBy>Staney Barbosa</cp:lastModifiedBy>
  <cp:revision>2</cp:revision>
  <dcterms:created xsi:type="dcterms:W3CDTF">2025-08-18T18:53:22Z</dcterms:created>
  <dcterms:modified xsi:type="dcterms:W3CDTF">2025-08-18T19:22:55Z</dcterms:modified>
</cp:coreProperties>
</file>