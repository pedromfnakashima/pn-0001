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69" r:id="rId2"/>
    <p:sldId id="664" r:id="rId3"/>
    <p:sldId id="665" r:id="rId4"/>
    <p:sldId id="666" r:id="rId5"/>
    <p:sldId id="667" r:id="rId6"/>
    <p:sldId id="668" r:id="rId7"/>
    <p:sldId id="657" r:id="rId8"/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658" r:id="rId92"/>
    <p:sldId id="420" r:id="rId93"/>
    <p:sldId id="421" r:id="rId94"/>
    <p:sldId id="422" r:id="rId95"/>
    <p:sldId id="423" r:id="rId96"/>
    <p:sldId id="424" r:id="rId97"/>
    <p:sldId id="425" r:id="rId98"/>
    <p:sldId id="426" r:id="rId99"/>
    <p:sldId id="427" r:id="rId100"/>
    <p:sldId id="428" r:id="rId101"/>
    <p:sldId id="429" r:id="rId102"/>
    <p:sldId id="430" r:id="rId103"/>
    <p:sldId id="431" r:id="rId104"/>
    <p:sldId id="432" r:id="rId105"/>
    <p:sldId id="433" r:id="rId106"/>
    <p:sldId id="434" r:id="rId107"/>
    <p:sldId id="435" r:id="rId108"/>
    <p:sldId id="436" r:id="rId109"/>
    <p:sldId id="437" r:id="rId110"/>
    <p:sldId id="438" r:id="rId111"/>
    <p:sldId id="439" r:id="rId112"/>
    <p:sldId id="440" r:id="rId113"/>
    <p:sldId id="441" r:id="rId114"/>
    <p:sldId id="442" r:id="rId115"/>
    <p:sldId id="443" r:id="rId116"/>
    <p:sldId id="444" r:id="rId117"/>
    <p:sldId id="445" r:id="rId118"/>
    <p:sldId id="446" r:id="rId119"/>
    <p:sldId id="447" r:id="rId120"/>
    <p:sldId id="448" r:id="rId121"/>
    <p:sldId id="449" r:id="rId122"/>
    <p:sldId id="450" r:id="rId123"/>
    <p:sldId id="451" r:id="rId124"/>
    <p:sldId id="452" r:id="rId125"/>
    <p:sldId id="453" r:id="rId126"/>
    <p:sldId id="454" r:id="rId127"/>
    <p:sldId id="659" r:id="rId128"/>
    <p:sldId id="467" r:id="rId129"/>
    <p:sldId id="468" r:id="rId130"/>
    <p:sldId id="469" r:id="rId131"/>
    <p:sldId id="470" r:id="rId132"/>
    <p:sldId id="471" r:id="rId133"/>
    <p:sldId id="472" r:id="rId134"/>
    <p:sldId id="473" r:id="rId135"/>
    <p:sldId id="474" r:id="rId136"/>
    <p:sldId id="475" r:id="rId137"/>
    <p:sldId id="476" r:id="rId138"/>
    <p:sldId id="477" r:id="rId139"/>
    <p:sldId id="478" r:id="rId140"/>
    <p:sldId id="479" r:id="rId141"/>
    <p:sldId id="480" r:id="rId142"/>
    <p:sldId id="481" r:id="rId143"/>
    <p:sldId id="482" r:id="rId144"/>
    <p:sldId id="483" r:id="rId145"/>
    <p:sldId id="484" r:id="rId146"/>
    <p:sldId id="485" r:id="rId147"/>
    <p:sldId id="486" r:id="rId148"/>
    <p:sldId id="487" r:id="rId149"/>
    <p:sldId id="488" r:id="rId150"/>
    <p:sldId id="489" r:id="rId151"/>
    <p:sldId id="490" r:id="rId152"/>
    <p:sldId id="491" r:id="rId153"/>
    <p:sldId id="660" r:id="rId154"/>
    <p:sldId id="511" r:id="rId155"/>
    <p:sldId id="512" r:id="rId156"/>
    <p:sldId id="513" r:id="rId157"/>
    <p:sldId id="514" r:id="rId158"/>
    <p:sldId id="515" r:id="rId159"/>
    <p:sldId id="516" r:id="rId160"/>
    <p:sldId id="517" r:id="rId161"/>
    <p:sldId id="518" r:id="rId162"/>
    <p:sldId id="519" r:id="rId163"/>
    <p:sldId id="520" r:id="rId164"/>
    <p:sldId id="521" r:id="rId165"/>
    <p:sldId id="522" r:id="rId166"/>
    <p:sldId id="523" r:id="rId167"/>
    <p:sldId id="524" r:id="rId168"/>
    <p:sldId id="525" r:id="rId169"/>
    <p:sldId id="526" r:id="rId170"/>
    <p:sldId id="527" r:id="rId171"/>
    <p:sldId id="528" r:id="rId172"/>
    <p:sldId id="529" r:id="rId173"/>
    <p:sldId id="530" r:id="rId174"/>
    <p:sldId id="531" r:id="rId175"/>
    <p:sldId id="661" r:id="rId176"/>
    <p:sldId id="537" r:id="rId177"/>
    <p:sldId id="538" r:id="rId178"/>
    <p:sldId id="539" r:id="rId179"/>
    <p:sldId id="540" r:id="rId180"/>
    <p:sldId id="541" r:id="rId181"/>
    <p:sldId id="542" r:id="rId182"/>
    <p:sldId id="543" r:id="rId183"/>
    <p:sldId id="544" r:id="rId184"/>
    <p:sldId id="545" r:id="rId185"/>
    <p:sldId id="546" r:id="rId186"/>
    <p:sldId id="547" r:id="rId187"/>
    <p:sldId id="548" r:id="rId188"/>
    <p:sldId id="549" r:id="rId189"/>
    <p:sldId id="550" r:id="rId190"/>
    <p:sldId id="551" r:id="rId191"/>
    <p:sldId id="552" r:id="rId192"/>
    <p:sldId id="553" r:id="rId193"/>
    <p:sldId id="554" r:id="rId194"/>
    <p:sldId id="555" r:id="rId195"/>
    <p:sldId id="556" r:id="rId196"/>
    <p:sldId id="557" r:id="rId197"/>
    <p:sldId id="558" r:id="rId198"/>
    <p:sldId id="559" r:id="rId199"/>
    <p:sldId id="560" r:id="rId200"/>
    <p:sldId id="561" r:id="rId201"/>
    <p:sldId id="562" r:id="rId202"/>
    <p:sldId id="563" r:id="rId203"/>
    <p:sldId id="564" r:id="rId204"/>
    <p:sldId id="565" r:id="rId205"/>
    <p:sldId id="566" r:id="rId206"/>
    <p:sldId id="567" r:id="rId207"/>
    <p:sldId id="568" r:id="rId208"/>
    <p:sldId id="569" r:id="rId209"/>
    <p:sldId id="570" r:id="rId210"/>
    <p:sldId id="571" r:id="rId211"/>
    <p:sldId id="572" r:id="rId212"/>
    <p:sldId id="573" r:id="rId213"/>
    <p:sldId id="574" r:id="rId214"/>
    <p:sldId id="575" r:id="rId215"/>
    <p:sldId id="576" r:id="rId216"/>
    <p:sldId id="577" r:id="rId217"/>
    <p:sldId id="578" r:id="rId218"/>
    <p:sldId id="579" r:id="rId219"/>
    <p:sldId id="580" r:id="rId220"/>
    <p:sldId id="581" r:id="rId221"/>
    <p:sldId id="582" r:id="rId222"/>
    <p:sldId id="583" r:id="rId223"/>
    <p:sldId id="584" r:id="rId224"/>
    <p:sldId id="585" r:id="rId225"/>
    <p:sldId id="586" r:id="rId226"/>
    <p:sldId id="587" r:id="rId227"/>
    <p:sldId id="588" r:id="rId228"/>
    <p:sldId id="589" r:id="rId229"/>
    <p:sldId id="590" r:id="rId230"/>
    <p:sldId id="591" r:id="rId231"/>
    <p:sldId id="592" r:id="rId232"/>
    <p:sldId id="593" r:id="rId233"/>
    <p:sldId id="594" r:id="rId234"/>
    <p:sldId id="595" r:id="rId235"/>
    <p:sldId id="596" r:id="rId236"/>
    <p:sldId id="597" r:id="rId237"/>
    <p:sldId id="598" r:id="rId238"/>
    <p:sldId id="599" r:id="rId239"/>
    <p:sldId id="600" r:id="rId240"/>
    <p:sldId id="601" r:id="rId241"/>
    <p:sldId id="602" r:id="rId242"/>
    <p:sldId id="603" r:id="rId243"/>
    <p:sldId id="604" r:id="rId244"/>
    <p:sldId id="605" r:id="rId245"/>
    <p:sldId id="606" r:id="rId24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3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slide" Target="slides/slide222.xml"/><Relationship Id="rId228" Type="http://schemas.openxmlformats.org/officeDocument/2006/relationships/slide" Target="slides/slide227.xml"/><Relationship Id="rId244" Type="http://schemas.openxmlformats.org/officeDocument/2006/relationships/slide" Target="slides/slide243.xml"/><Relationship Id="rId249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slide" Target="slides/slide238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0" Type="http://schemas.openxmlformats.org/officeDocument/2006/relationships/tableStyles" Target="tableStyles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slide" Target="slides/slide239.xml"/><Relationship Id="rId245" Type="http://schemas.openxmlformats.org/officeDocument/2006/relationships/slide" Target="slides/slide244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slide" Target="slides/slide240.xml"/><Relationship Id="rId246" Type="http://schemas.openxmlformats.org/officeDocument/2006/relationships/slide" Target="slides/slide245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44B1-F343-4D3D-B480-A38890BAA631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41F0-C08B-439F-A21C-FBFCA78631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229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44B1-F343-4D3D-B480-A38890BAA631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41F0-C08B-439F-A21C-FBFCA78631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39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44B1-F343-4D3D-B480-A38890BAA631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41F0-C08B-439F-A21C-FBFCA78631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229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44B1-F343-4D3D-B480-A38890BAA631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41F0-C08B-439F-A21C-FBFCA78631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649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44B1-F343-4D3D-B480-A38890BAA631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41F0-C08B-439F-A21C-FBFCA78631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4639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44B1-F343-4D3D-B480-A38890BAA631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41F0-C08B-439F-A21C-FBFCA78631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750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44B1-F343-4D3D-B480-A38890BAA631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41F0-C08B-439F-A21C-FBFCA78631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5241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44B1-F343-4D3D-B480-A38890BAA631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41F0-C08B-439F-A21C-FBFCA78631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7450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44B1-F343-4D3D-B480-A38890BAA631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41F0-C08B-439F-A21C-FBFCA78631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3781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44B1-F343-4D3D-B480-A38890BAA631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41F0-C08B-439F-A21C-FBFCA78631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42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44B1-F343-4D3D-B480-A38890BAA631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141F0-C08B-439F-A21C-FBFCA78631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9638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244B1-F343-4D3D-B480-A38890BAA631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141F0-C08B-439F-A21C-FBFCA78631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502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emf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emf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emf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emf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emf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emf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emf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emf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emf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emf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emf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emf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emf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emf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emf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emf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emf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emf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emf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emf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emf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emf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emf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emf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emf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emf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emf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emf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emf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emf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emf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emf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emf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emf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emf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emf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emf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emf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emf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emf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emf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emf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emf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emf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emf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emf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emf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emf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emf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emf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emf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emf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emf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emf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emf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emf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emf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emf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emf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emf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emf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emf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emf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emf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emf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emf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emf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emf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emf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emf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emf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emf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emf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emf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emf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emf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emf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emf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emf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emf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emf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emf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emf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emf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emf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emf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emf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emf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emf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emf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emf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emf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emf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emf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emf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emf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emf"/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emf"/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emf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emf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emf"/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emf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emf"/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emf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emf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emf"/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emf"/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emf"/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emf"/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emf"/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emf"/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5.emf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emf"/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emf"/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emf"/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.emf"/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emf"/><Relationship Id="rId1" Type="http://schemas.openxmlformats.org/officeDocument/2006/relationships/slideLayout" Target="../slideLayouts/slideLayout1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emf"/><Relationship Id="rId1" Type="http://schemas.openxmlformats.org/officeDocument/2006/relationships/slideLayout" Target="../slideLayouts/slideLayout1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2.emf"/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3.emf"/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accent4">
                <a:lumMod val="5000"/>
                <a:lumOff val="95000"/>
              </a:schemeClr>
            </a:gs>
            <a:gs pos="0">
              <a:schemeClr val="accent4">
                <a:lumMod val="30000"/>
                <a:lumOff val="70000"/>
              </a:schemeClr>
            </a:gs>
          </a:gsLst>
          <a:lin ang="3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2335B-BA96-BB27-7FC2-D64C6B37E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7" y="2471831"/>
            <a:ext cx="11237259" cy="1325563"/>
          </a:xfrm>
          <a:noFill/>
          <a:ln w="50800">
            <a:solidFill>
              <a:srgbClr val="FFC000"/>
            </a:solidFill>
          </a:ln>
        </p:spPr>
        <p:txBody>
          <a:bodyPr>
            <a:no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Análise das despesas de Mato Grosso do Sul</a:t>
            </a:r>
            <a:b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Janeiro/2015 – Agosto/2025</a:t>
            </a:r>
          </a:p>
        </p:txBody>
      </p:sp>
    </p:spTree>
    <p:extLst>
      <p:ext uri="{BB962C8B-B14F-4D97-AF65-F5344CB8AC3E}">
        <p14:creationId xmlns:p14="http://schemas.microsoft.com/office/powerpoint/2010/main" val="2592845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2B7F4-A07D-46B7-F3E5-9153D074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0B45DD9-2D2D-77D8-07D3-F3FA79163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3"/>
            <a:ext cx="12218020" cy="684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52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ECDDEDB-CBA1-7C42-9561-C303DD84B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556"/>
            <a:ext cx="12178598" cy="686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368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313E9A8-60A0-68BC-6CF9-DDD0C9E2C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927"/>
            <a:ext cx="12172638" cy="686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285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B188D3A-8B1A-01C1-47E1-4D1642524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61"/>
            <a:ext cx="12190114" cy="685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16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DB8D65F-B092-0B91-8489-C3B1E85A2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7" y="-28262"/>
            <a:ext cx="12142168" cy="688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740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F3D27D1-384F-4F24-21C2-DF94797B1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757" y="2576393"/>
            <a:ext cx="8316486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31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77718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01636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03890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5511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88903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81597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47801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42007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50336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19731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65415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36795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99538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17221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18659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30955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83803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54947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32358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79130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71810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62781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76920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20476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267561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595338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08248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36514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68250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74666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408120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476861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513196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746608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435977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649023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939393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838526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999199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122772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690740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870015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21591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232741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425402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559303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36310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447422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439145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255366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093414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38314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472260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993866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895219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916669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161413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190295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99272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505366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354734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288052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345364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432865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791607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398354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305466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534064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1969008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0588184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979829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40730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3540013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808661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3785015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256652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951527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3242911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915403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263920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306382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8872064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2504776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C3DF194-0A91-128F-6AF6-6980FBC51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2743104"/>
            <a:ext cx="8916644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004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6568416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8469277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8321492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85495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0564913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7930500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9386253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3108125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8502607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5564073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3591683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4529253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7207301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1225736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3493700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6778569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3887487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6073474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3989007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7439275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8845145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8853821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5076240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8778534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6876969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0127330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4011693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7246968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9924379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1958912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8483371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0932206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4281624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7961770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4684921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E0414AD-9681-15D4-CB18-859E247B6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758" y="2728815"/>
            <a:ext cx="7230484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90729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2577696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600369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2578989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2097520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3758451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4941426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734498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0762374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0865723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5814437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2744071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7771185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4795841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3696993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1457856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0256727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3225132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4681424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0345868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2534819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9012799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1685571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0195234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6423410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8867592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F36DEB5-5086-E4B1-7757-BA2A29905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2752630"/>
            <a:ext cx="9211961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5157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1516156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7587975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9602992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7838981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923170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9698184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3468639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9263652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7052451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5436227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8620266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5627936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7825215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8288024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15417031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8362130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8132842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2526544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90993181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0541209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31836403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13046A6-2888-8670-6413-0FAADAD90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021" y="2671657"/>
            <a:ext cx="7039957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691725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545460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6414151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48175470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4831413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42625006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51897630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9014056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20227161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5863708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9562703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3854079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19407905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9173970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24589257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6451941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5848416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47007499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73593997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97409392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76451911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767418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14458634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5183474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70221127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84582342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94401299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60061663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97835315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98481366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92206004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58998313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20606176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99371485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27265441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30321181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28910042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11998481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13131014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96203081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53717871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34259629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46860213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74479374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19603117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80156582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92085349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93229125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68273962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62433358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46761441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29037350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76099095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37861643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15600369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36329293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17932396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05931205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98330558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34130693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18504432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58400350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5479207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45984153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93608303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98971420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69008523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30948851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9540493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32587399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7149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16</Words>
  <Application>Microsoft Office PowerPoint</Application>
  <PresentationFormat>Widescreen</PresentationFormat>
  <Paragraphs>1</Paragraphs>
  <Slides>245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245</vt:i4>
      </vt:variant>
    </vt:vector>
  </HeadingPairs>
  <TitlesOfParts>
    <vt:vector size="249" baseType="lpstr">
      <vt:lpstr>Arial</vt:lpstr>
      <vt:lpstr>Calibri</vt:lpstr>
      <vt:lpstr>Calibri Light</vt:lpstr>
      <vt:lpstr>Tema do Office</vt:lpstr>
      <vt:lpstr>Análise das despesas de Mato Grosso do Sul Janeiro/2015 – Agosto/2025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Staney Barbosa</dc:creator>
  <cp:lastModifiedBy>Staney</cp:lastModifiedBy>
  <cp:revision>20</cp:revision>
  <dcterms:created xsi:type="dcterms:W3CDTF">2025-09-01T13:10:40Z</dcterms:created>
  <dcterms:modified xsi:type="dcterms:W3CDTF">2025-09-02T13:49:11Z</dcterms:modified>
</cp:coreProperties>
</file>