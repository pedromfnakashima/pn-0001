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75" r:id="rId2"/>
    <p:sldId id="470" r:id="rId3"/>
    <p:sldId id="476" r:id="rId4"/>
    <p:sldId id="472" r:id="rId5"/>
    <p:sldId id="471" r:id="rId6"/>
    <p:sldId id="473" r:id="rId7"/>
    <p:sldId id="478" r:id="rId8"/>
    <p:sldId id="479" r:id="rId9"/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presProps" Target="presProps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viewProps" Target="view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theme" Target="theme/theme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tableStyles" Target="tableStyles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101FA-CC17-44C4-BB6C-5131D83B21BA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0053-E602-405B-84BC-73E9BA0C4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2087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101FA-CC17-44C4-BB6C-5131D83B21BA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0053-E602-405B-84BC-73E9BA0C4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2891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101FA-CC17-44C4-BB6C-5131D83B21BA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0053-E602-405B-84BC-73E9BA0C4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5184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101FA-CC17-44C4-BB6C-5131D83B21BA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0053-E602-405B-84BC-73E9BA0C4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2162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101FA-CC17-44C4-BB6C-5131D83B21BA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0053-E602-405B-84BC-73E9BA0C4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2179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101FA-CC17-44C4-BB6C-5131D83B21BA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0053-E602-405B-84BC-73E9BA0C4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42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101FA-CC17-44C4-BB6C-5131D83B21BA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0053-E602-405B-84BC-73E9BA0C4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26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101FA-CC17-44C4-BB6C-5131D83B21BA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0053-E602-405B-84BC-73E9BA0C4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421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101FA-CC17-44C4-BB6C-5131D83B21BA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0053-E602-405B-84BC-73E9BA0C4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5333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101FA-CC17-44C4-BB6C-5131D83B21BA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0053-E602-405B-84BC-73E9BA0C4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25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101FA-CC17-44C4-BB6C-5131D83B21BA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E0053-E602-405B-84BC-73E9BA0C4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7943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101FA-CC17-44C4-BB6C-5131D83B21BA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E0053-E602-405B-84BC-73E9BA0C4B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84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emf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emf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emf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emf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emf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emf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emf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emf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emf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emf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emf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emf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emf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emf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emf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emf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emf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emf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emf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emf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emf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emf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emf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emf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emf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emf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emf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emf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emf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emf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emf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emf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emf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emf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emf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emf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emf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emf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emf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emf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emf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emf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emf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emf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emf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emf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emf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emf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emf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emf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emf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emf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emf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emf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emf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emf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emf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emf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emf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emf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emf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emf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emf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emf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emf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emf"/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emf"/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emf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emf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emf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emf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emf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emf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emf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emf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emf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emf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emf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emf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emf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emf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emf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emf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emf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emf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emf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emf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emf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emf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emf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emf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emf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emf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emf"/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emf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emf"/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emf"/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emf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emf"/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emf"/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emf"/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emf"/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emf"/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emf"/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emf"/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emf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emf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emf"/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emf"/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52"/>
            <a:ext cx="12192000" cy="6827448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1616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818"/>
            <a:ext cx="12158283" cy="684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314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2B7F4-A07D-46B7-F3E5-9153D074E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368C9A08-E1D4-0A4E-5950-B71DCEEC5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08"/>
            <a:ext cx="12218020" cy="684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503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921CDB6-0284-4B72-0F92-DCF3B3F7F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556"/>
            <a:ext cx="12178598" cy="686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737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7045630-F9A3-E095-5E3D-40F74B42A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927"/>
            <a:ext cx="12172638" cy="686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65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8DB1BD7-001E-9BDD-B163-8DBA0ABE4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" y="0"/>
            <a:ext cx="121882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64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BA7352C-98C2-D28D-B484-658351955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12"/>
            <a:ext cx="12192000" cy="684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23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19414" cy="6802243"/>
          </a:xfrm>
          <a:prstGeom prst="rect">
            <a:avLst/>
          </a:prstGeom>
          <a:ln w="508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0050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24761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87665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42565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2610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84306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09194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90971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3246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18647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91841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50928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17291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33019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1849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09810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779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54138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2313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68594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163282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927002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215453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253808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643590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688821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458816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159574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236187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291330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157127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471920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4130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047293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874611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610171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286804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072151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69477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6101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48961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479844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864262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917911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7283904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736234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978498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269652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744685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379562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313578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482169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829904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143237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109765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792570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314698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673676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6218243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55854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595468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6821928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897520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966431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141746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135122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940207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6058428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609839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166169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9922771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0184165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2409033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8616211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9381028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8028206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3527092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3419552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272496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9774695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6564682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1033504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4679700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9608553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1866170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0002588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5341334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2819133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3692271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867276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9856290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5828191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0250221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8797305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0805679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1562549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3502613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98155431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0425577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6278294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3636146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8202390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5833675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2103361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8965670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6859820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2339023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632564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4378283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6122327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8249141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3736800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1436478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084182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0285473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1831952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3532188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2300496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03098384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2698019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0191825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141205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78922271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9035812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2338450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633210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5527678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0496985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1696787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66661535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9881362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1224927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9064610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8336202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4326915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5680991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1454732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11232483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8002823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8604477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2934656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2482417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10076723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39370693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7494481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5002081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4627753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5918966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21002649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11157187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2630137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89072446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6529941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3043206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438485044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1091772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67305469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62378741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66528624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8203753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85861619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26652234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3924699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9069501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61672054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63081427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1011896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660239194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947982244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79489407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10786138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815678451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28449578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27842878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5073505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77962692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64164053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04701510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99093069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49440789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864071796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169359088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517133337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89349141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647138910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0040751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246550542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55097594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76212395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37315534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11665682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553233591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920572834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58861539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17302526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008832353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43395555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61299716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458224662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88556162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79815040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00083378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3332142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96461757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590466807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419661705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568448976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93759183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204534323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28598412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7474894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44018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8574102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219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219</vt:i4>
      </vt:variant>
    </vt:vector>
  </HeadingPairs>
  <TitlesOfParts>
    <vt:vector size="223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Staney Barbosa</dc:creator>
  <cp:lastModifiedBy>Staney Barbosa</cp:lastModifiedBy>
  <cp:revision>5</cp:revision>
  <dcterms:created xsi:type="dcterms:W3CDTF">2025-08-22T14:53:32Z</dcterms:created>
  <dcterms:modified xsi:type="dcterms:W3CDTF">2025-09-01T18:42:21Z</dcterms:modified>
</cp:coreProperties>
</file>